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91e450cc3940e6" /><Relationship Type="http://schemas.openxmlformats.org/officeDocument/2006/relationships/extended-properties" Target="/docProps/app.xml" Id="R06889466dfd94d0f" /><Relationship Type="http://schemas.openxmlformats.org/officeDocument/2006/relationships/officeDocument" Target="/ppt/presentation.xml" Id="R268551dd5018447b" /></Relationships>
</file>

<file path=ppt/presentation.xml><?xml version="1.0" encoding="utf-8"?>
<p:presentation xmlns:p="http://schemas.openxmlformats.org/presentationml/2006/main">
  <p:sldMasterIdLst>
    <p:sldMasterId xmlns:r="http://schemas.openxmlformats.org/officeDocument/2006/relationships" id="2147483648" r:id="R64dd5aa2c3cf4d1a"/>
  </p:sldMasterIdLst>
  <p:notesMasterIdLst>
    <p:notesMasterId xmlns:r="http://schemas.openxmlformats.org/officeDocument/2006/relationships" r:id="R2ca6e81541aa4d65"/>
  </p:notesMasterIdLst>
  <p:sldIdLst>
    <p:sldId xmlns:r="http://schemas.openxmlformats.org/officeDocument/2006/relationships" id="256" r:id="Rc3ac2042648145ce"/>
    <p:sldId xmlns:r="http://schemas.openxmlformats.org/officeDocument/2006/relationships" id="257" r:id="R5df8ad870d364338"/>
    <p:sldId xmlns:r="http://schemas.openxmlformats.org/officeDocument/2006/relationships" id="258" r:id="Ra1784b1a403f4d32"/>
    <p:sldId xmlns:r="http://schemas.openxmlformats.org/officeDocument/2006/relationships" id="259" r:id="R41c5aa301722407f"/>
    <p:sldId xmlns:r="http://schemas.openxmlformats.org/officeDocument/2006/relationships" id="260" r:id="Rfc4c94c21adc48ec"/>
    <p:sldId xmlns:r="http://schemas.openxmlformats.org/officeDocument/2006/relationships" id="261" r:id="R7d00991cb4644d53"/>
    <p:sldId xmlns:r="http://schemas.openxmlformats.org/officeDocument/2006/relationships" id="262" r:id="R6339c9dc2de34044"/>
    <p:sldId xmlns:r="http://schemas.openxmlformats.org/officeDocument/2006/relationships" id="263" r:id="R270f1b261f3e4406"/>
    <p:sldId xmlns:r="http://schemas.openxmlformats.org/officeDocument/2006/relationships" id="264" r:id="R4519dc82ef8c4491"/>
    <p:sldId xmlns:r="http://schemas.openxmlformats.org/officeDocument/2006/relationships" id="265" r:id="R7365d0754fef4369"/>
    <p:sldId xmlns:r="http://schemas.openxmlformats.org/officeDocument/2006/relationships" id="266" r:id="R75e0c335afc14e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2a27f6a96c498e" /><Relationship Type="http://schemas.openxmlformats.org/officeDocument/2006/relationships/slideMaster" Target="/ppt/slideMasters/slideMaster1.xml" Id="R64dd5aa2c3cf4d1a" /><Relationship Type="http://schemas.openxmlformats.org/officeDocument/2006/relationships/notesMaster" Target="/ppt/notesMasters/notesMaster1.xml" Id="R2ca6e81541aa4d65" /><Relationship Type="http://schemas.openxmlformats.org/officeDocument/2006/relationships/presProps" Target="/ppt/presProps.xml" Id="R070f097bed39496e" /><Relationship Type="http://schemas.openxmlformats.org/officeDocument/2006/relationships/tableStyles" Target="/ppt/tableStyles.xml" Id="Rfc0c016f88f04dca" /><Relationship Type="http://schemas.openxmlformats.org/officeDocument/2006/relationships/slide" Target="/ppt/slides/slide1.xml" Id="Rc3ac2042648145ce" /><Relationship Type="http://schemas.openxmlformats.org/officeDocument/2006/relationships/slide" Target="/ppt/slides/slide2.xml" Id="R5df8ad870d364338" /><Relationship Type="http://schemas.openxmlformats.org/officeDocument/2006/relationships/slide" Target="/ppt/slides/slide3.xml" Id="Ra1784b1a403f4d32" /><Relationship Type="http://schemas.openxmlformats.org/officeDocument/2006/relationships/slide" Target="/ppt/slides/slide4.xml" Id="R41c5aa301722407f" /><Relationship Type="http://schemas.openxmlformats.org/officeDocument/2006/relationships/slide" Target="/ppt/slides/slide5.xml" Id="Rfc4c94c21adc48ec" /><Relationship Type="http://schemas.openxmlformats.org/officeDocument/2006/relationships/slide" Target="/ppt/slides/slide6.xml" Id="R7d00991cb4644d53" /><Relationship Type="http://schemas.openxmlformats.org/officeDocument/2006/relationships/slide" Target="/ppt/slides/slide7.xml" Id="R6339c9dc2de34044" /><Relationship Type="http://schemas.openxmlformats.org/officeDocument/2006/relationships/slide" Target="/ppt/slides/slide8.xml" Id="R270f1b261f3e4406" /><Relationship Type="http://schemas.openxmlformats.org/officeDocument/2006/relationships/slide" Target="/ppt/slides/slide9.xml" Id="R4519dc82ef8c4491" /><Relationship Type="http://schemas.openxmlformats.org/officeDocument/2006/relationships/slide" Target="/ppt/slides/slide10.xml" Id="R7365d0754fef4369" /><Relationship Type="http://schemas.openxmlformats.org/officeDocument/2006/relationships/slide" Target="/ppt/slides/slide11.xml" Id="R75e0c335afc14e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2eb22cc6b44d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11b64294b34a38" /><Relationship Type="http://schemas.openxmlformats.org/officeDocument/2006/relationships/notesMaster" Target="/ppt/notesMasters/notesMaster1.xml" Id="R000c8edf636d43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1856d3eac14868" /><Relationship Type="http://schemas.openxmlformats.org/officeDocument/2006/relationships/notesMaster" Target="/ppt/notesMasters/notesMaster1.xml" Id="R03b5e3be6c344f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56adaa42ea4f9f" /><Relationship Type="http://schemas.openxmlformats.org/officeDocument/2006/relationships/notesMaster" Target="/ppt/notesMasters/notesMaster1.xml" Id="Rc4480de8af63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5fe2a523cc4a77" /><Relationship Type="http://schemas.openxmlformats.org/officeDocument/2006/relationships/notesMaster" Target="/ppt/notesMasters/notesMaster1.xml" Id="Rb16e9bcf5ab14f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807d04fda94b19" /><Relationship Type="http://schemas.openxmlformats.org/officeDocument/2006/relationships/notesMaster" Target="/ppt/notesMasters/notesMaster1.xml" Id="R513a9c82abc043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76a11b7aa64853" /><Relationship Type="http://schemas.openxmlformats.org/officeDocument/2006/relationships/notesMaster" Target="/ppt/notesMasters/notesMaster1.xml" Id="R4f0d55d9c96649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b41e3082cc42c6" /><Relationship Type="http://schemas.openxmlformats.org/officeDocument/2006/relationships/notesMaster" Target="/ppt/notesMasters/notesMaster1.xml" Id="Re865d01c9cb442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fbb9d4f1e8481a" /><Relationship Type="http://schemas.openxmlformats.org/officeDocument/2006/relationships/notesMaster" Target="/ppt/notesMasters/notesMaster1.xml" Id="R539bcbdd778640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f6686c777d414d" /><Relationship Type="http://schemas.openxmlformats.org/officeDocument/2006/relationships/notesMaster" Target="/ppt/notesMasters/notesMaster1.xml" Id="R26a45323e4254a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1e76c77bbc4c79" /><Relationship Type="http://schemas.openxmlformats.org/officeDocument/2006/relationships/notesMaster" Target="/ppt/notesMasters/notesMaster1.xml" Id="Rb143db11c33847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46829eb38c4c55" /><Relationship Type="http://schemas.openxmlformats.org/officeDocument/2006/relationships/notesMaster" Target="/ppt/notesMasters/notesMaster1.xml" Id="Rd083e879f6b84a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TerStars — это Telegram-магазин для покупки Stars себе или в подарок. Пользователь проходит привычный сценарий внутри бота, а система фиксирует котировку, заказ, оплату и результат операции. В этой презентации я покажу не только интерфейс, но и внутренний денежный контур: от создания заказа до purchase-worker и Fragment. Важно: текущая локальная сборка запущена безопасно — с тестовой оплатой и симулированной доставкой; production-интеграции уже заложены в проект и включаются после настройки владельцем.</a:t>
            </a:r>
          </a:p>
          <a:p xmlns:a="http://schemas.openxmlformats.org/drawingml/2006/main">
            <a:r>
              <a:t/>
            </a:r>
          </a:p>
          <a:p xmlns:a="http://schemas.openxmlformats.org/drawingml/2006/main">
            <a:r>
              <a:t>[Sources]</a:t>
            </a:r>
          </a:p>
          <a:p xmlns:a="http://schemas.openxmlformats.org/drawingml/2006/main">
            <a:r>
              <a:t>- Local project: README.md</a:t>
            </a:r>
          </a:p>
          <a:p xmlns:a="http://schemas.openxmlformats.org/drawingml/2006/main">
            <a:r>
              <a:t>- Generated decorative asset: .tmp_presentation/hero-star.png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пользователя продукт выглядит очень просто: выбрать количество, получить актуальную котировку, оплатить и дождаться доставки. Минимум сейчас задан в 50 Stars, а верхний предел 100 тысяч — это операторский лимит проекта. Цена не хранится жёстко: сервис запрашивает цену Fragment и курс, затем применяет плавно уменьшающуюся наценку для крупных заказов. Нижняя полоса честно показывает текущий режим: котировка настоящая, но оплата и выдача демонстрационные. На следующем слайде — реальный интерфейс этого пути.</a:t>
            </a:r>
          </a:p>
          <a:p xmlns:a="http://schemas.openxmlformats.org/drawingml/2006/main">
            <a:r>
              <a:t/>
            </a:r>
          </a:p>
          <a:p xmlns:a="http://schemas.openxmlformats.org/drawingml/2006/main">
            <a:r>
              <a:t>[Sources]</a:t>
            </a:r>
          </a:p>
          <a:p xmlns:a="http://schemas.openxmlformats.org/drawingml/2006/main">
            <a:r>
              <a:t>- Local project: app/config.py</a:t>
            </a:r>
          </a:p>
          <a:p xmlns:a="http://schemas.openxmlformats.org/drawingml/2006/main">
            <a:r>
              <a:t>- Local project: app/services/customer_pricing.py</a:t>
            </a:r>
          </a:p>
          <a:p xmlns:a="http://schemas.openxmlformats.org/drawingml/2006/main">
            <a:r>
              <a:t>- Local runtime configuration: selected non-secret .env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реальный стартовый экран TerStars: пользователь выбирает покупку себе или подарок. Далее бот поддерживает готовые пакеты и произвольное количество, показывает подтверждение, создаёт заказ и переводит к оплате. После изменения статуса бот редактирует сохранённое сообщение, поэтому история не превращается в цепочку противоречивых уведомлений. Пока у нас есть только главный экран; три серых окна — честные placeholders для реальных скриншотов созданного заказа, оплаты и выполненной покупки.</a:t>
            </a:r>
          </a:p>
          <a:p xmlns:a="http://schemas.openxmlformats.org/drawingml/2006/main">
            <a:r>
              <a:t/>
            </a:r>
          </a:p>
          <a:p xmlns:a="http://schemas.openxmlformats.org/drawingml/2006/main">
            <a:r>
              <a:t>[Sources]</a:t>
            </a:r>
          </a:p>
          <a:p xmlns:a="http://schemas.openxmlformats.org/drawingml/2006/main">
            <a:r>
              <a:t>- User-provided screenshot: .tmp_presentation/bot-main.png</a:t>
            </a:r>
          </a:p>
          <a:p xmlns:a="http://schemas.openxmlformats.org/drawingml/2006/main">
            <a:r>
              <a:t>- Local project: app/bot/handlers/orders.py</a:t>
            </a:r>
          </a:p>
          <a:p xmlns:a="http://schemas.openxmlformats.org/drawingml/2006/main">
            <a:r>
              <a:t>- Local project: app/bot/order_messages.py</a:t>
            </a:r>
          </a:p>
          <a:p xmlns:a="http://schemas.openxmlformats.org/drawingml/2006/main">
            <a:r>
              <a:t>- Local project: app/services/order_worker.py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Главное правило контура — клиент не может одним нажатием запустить покупку Stars. Сначала Order Service фиксирует сумму, получателя и котировку. Для YooKassa webhook не считается достаточным доказательством: backend заново получает платёж у провайдера и сверяет его с внутренним заказом. Только статус PAID допускает переход к purchase-worker. У worker отдельная роль и именно он получает seed hot wallet. Внизу показаны реальные статусы из кода и отдельные ветки для ручной проверки, возврата и нехватки операционного баланса.</a:t>
            </a:r>
          </a:p>
          <a:p xmlns:a="http://schemas.openxmlformats.org/drawingml/2006/main">
            <a:r>
              <a:t/>
            </a:r>
          </a:p>
          <a:p xmlns:a="http://schemas.openxmlformats.org/drawingml/2006/main">
            <a:r>
              <a:t>[Sources]</a:t>
            </a:r>
          </a:p>
          <a:p xmlns:a="http://schemas.openxmlformats.org/drawingml/2006/main">
            <a:r>
              <a:t>- Local project: app/domain.py</a:t>
            </a:r>
          </a:p>
          <a:p xmlns:a="http://schemas.openxmlformats.org/drawingml/2006/main">
            <a:r>
              <a:t>- Local project: app/services/orders.py</a:t>
            </a:r>
          </a:p>
          <a:p xmlns:a="http://schemas.openxmlformats.org/drawingml/2006/main">
            <a:r>
              <a:t>- Local project: app/payment_gateway.py</a:t>
            </a:r>
          </a:p>
          <a:p xmlns:a="http://schemas.openxmlformats.org/drawingml/2006/main">
            <a:r>
              <a:t>- Local project: app/services/order_worker.py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Архитектура остаётся компактной: это один Python-проект без Redis, Celery и отдельного frontend. При этом ответственности разделены. Bot отвечает за Telegram-интерфейс, gateway — за рублёвые платежи, purchase-worker — за реальную выдачу, а admin — за операционный контроль. Общая точка правды — PostgreSQL: там заказы, платежи, попытки покупки, аудит и очередь уведомлений. В production эти роли разворачиваются отдельными контейнерами за Caddy, поэтому секрет кошелька можно передать только worker, а не всему приложению.</a:t>
            </a:r>
          </a:p>
          <a:p xmlns:a="http://schemas.openxmlformats.org/drawingml/2006/main">
            <a:r>
              <a:t/>
            </a:r>
          </a:p>
          <a:p xmlns:a="http://schemas.openxmlformats.org/drawingml/2006/main">
            <a:r>
              <a:t>[Sources]</a:t>
            </a:r>
          </a:p>
          <a:p xmlns:a="http://schemas.openxmlformats.org/drawingml/2006/main">
            <a:r>
              <a:t>- Local project: app/services/container.py</a:t>
            </a:r>
          </a:p>
          <a:p xmlns:a="http://schemas.openxmlformats.org/drawingml/2006/main">
            <a:r>
              <a:t>- Local project: app/main.py</a:t>
            </a:r>
          </a:p>
          <a:p xmlns:a="http://schemas.openxmlformats.org/drawingml/2006/main">
            <a:r>
              <a:t>- Local project: app/payment_gateway.py</a:t>
            </a:r>
          </a:p>
          <a:p xmlns:a="http://schemas.openxmlformats.org/drawingml/2006/main">
            <a:r>
              <a:t>- Local project: docker-compose.yml</a:t>
            </a:r>
          </a:p>
          <a:p xmlns:a="http://schemas.openxmlformats.org/drawingml/2006/main">
            <a:r>
              <a:t>- Local project: deploy/Caddyfile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Безопасность здесь строится слоями. Секреты могут приходить из отдельных файлов Docker secrets, а seed кошелька подключается только к purchase-worker. В платежном слое есть повторная проверка YooKassa, idempotency keys, уникальные ограничения и блокировки строк в базе. Админка защищена паролем, TOTP, CSRF, ролями и ограничением попыток входа. На уровне контейнеров применяются read-only filesystem и no-new-privileges, а Caddy отвечает за публичный HTTPS-контур. При этом самый важный операционный принцип — отдельный hot wallet с ограниченным запасом, а не основной кошелёк владельца.</a:t>
            </a:r>
          </a:p>
          <a:p xmlns:a="http://schemas.openxmlformats.org/drawingml/2006/main">
            <a:r>
              <a:t/>
            </a:r>
          </a:p>
          <a:p xmlns:a="http://schemas.openxmlformats.org/drawingml/2006/main">
            <a:r>
              <a:t>[Sources]</a:t>
            </a:r>
          </a:p>
          <a:p xmlns:a="http://schemas.openxmlformats.org/drawingml/2006/main">
            <a:r>
              <a:t>- Local project: SECURITY.md</a:t>
            </a:r>
          </a:p>
          <a:p xmlns:a="http://schemas.openxmlformats.org/drawingml/2006/main">
            <a:r>
              <a:t>- Local project: app/admin/auth.py</a:t>
            </a:r>
          </a:p>
          <a:p xmlns:a="http://schemas.openxmlformats.org/drawingml/2006/main">
            <a:r>
              <a:t>- Local project: app/admin/server.py</a:t>
            </a:r>
          </a:p>
          <a:p xmlns:a="http://schemas.openxmlformats.org/drawingml/2006/main">
            <a:r>
              <a:t>- Local project: app/logging_config.py</a:t>
            </a:r>
          </a:p>
          <a:p xmlns:a="http://schemas.openxmlformats.org/drawingml/2006/main">
            <a:r>
              <a:t>- Local project: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слайде показан реальный экран входа админ-панели. Внутренние страницы защищены, поэтому я не обходил пароль и 2FA ради скриншота. По коду подтверждены семь рабочих разделов: обзор, заказы, пользователи, безопасность, аудит, система и настройки. Владелец и администратор могут выполнять действия, поддержка получает ограниченную роль. При этом seed кошелька в админ-процесс не монтируется. Серый блок — единственный placeholder на этом слайде: его можно заменить снимком dashboard после входа владельца.</a:t>
            </a:r>
          </a:p>
          <a:p xmlns:a="http://schemas.openxmlformats.org/drawingml/2006/main">
            <a:r>
              <a:t/>
            </a:r>
          </a:p>
          <a:p xmlns:a="http://schemas.openxmlformats.org/drawingml/2006/main">
            <a:r>
              <a:t>[Sources]</a:t>
            </a:r>
          </a:p>
          <a:p xmlns:a="http://schemas.openxmlformats.org/drawingml/2006/main">
            <a:r>
              <a:t>- Real local screenshot: .tmp_presentation/admin-login.png</a:t>
            </a:r>
          </a:p>
          <a:p xmlns:a="http://schemas.openxmlformats.org/drawingml/2006/main">
            <a:r>
              <a:t>- Local project: app/admin/server.py</a:t>
            </a:r>
          </a:p>
          <a:p xmlns:a="http://schemas.openxmlformats.org/drawingml/2006/main">
            <a:r>
              <a:t>- Local project: app/admin/views.py</a:t>
            </a:r>
          </a:p>
          <a:p xmlns:a="http://schemas.openxmlformats.org/drawingml/2006/main">
            <a:r>
              <a:t>- Local project: app/admin/panels.py</a:t>
            </a:r>
          </a:p>
          <a:p xmlns:a="http://schemas.openxmlformats.org/drawingml/2006/main">
            <a:r>
              <a:t>- Local project: app/admin/auth.py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штатной покупке администратор не должен вручную создавать заказ или нажимать отправку Stars: эти этапы выполняют сервисы и worker. Но проект не скрывает реальные обязанности владельца. Нужно поддерживать небольшой баланс hot wallet, следить за Fragment KYC-сессией и Telegram user session, настроить YooKassa, а также разбирать исключения и возвраты. Перед live-запуском документация требует preflight, backup и restore test, мониторинг и одну минимальную реальную покупку. Это делает автоматизацию управляемой, а не бесконтрольной.</a:t>
            </a:r>
          </a:p>
          <a:p xmlns:a="http://schemas.openxmlformats.org/drawingml/2006/main">
            <a:r>
              <a:t/>
            </a:r>
          </a:p>
          <a:p xmlns:a="http://schemas.openxmlformats.org/drawingml/2006/main">
            <a:r>
              <a:t>[Sources]</a:t>
            </a:r>
          </a:p>
          <a:p xmlns:a="http://schemas.openxmlformats.org/drawingml/2006/main">
            <a:r>
              <a:t>- Local project: README.md</a:t>
            </a:r>
          </a:p>
          <a:p xmlns:a="http://schemas.openxmlformats.org/drawingml/2006/main">
            <a:r>
              <a:t>- Local project: PRODUCTION_CHECKLIST.md</a:t>
            </a:r>
          </a:p>
          <a:p xmlns:a="http://schemas.openxmlformats.org/drawingml/2006/main">
            <a:r>
              <a:t>- Local project: scripts/startup_check.py</a:t>
            </a:r>
          </a:p>
          <a:p xmlns:a="http://schemas.openxmlformats.org/drawingml/2006/main">
            <a:r>
              <a:t>- Local project: scripts/backup_postgres.sh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Цель модели — показать объём продаж, необходимый для 100 тысяч рублей чистыми после переменных расходов и VPS. Использована текущая котировка Fragment 0,015 USDT за Star без комиссии KYC, курс 84,5449 рубля за доллар, дополнительная стоимость покупки USDT 5,5 рубля, налог самозанятого 4 процента, комиссия платёжной системы 3,5 процента и VPS 500 рублей в месяц. Цена для покупателя рассчитана действующей логикой проекта с плавной наценкой: примерно 20,25 процента для 250 Stars, 20,10 процента для 1000 и 20 процентов для 2500–5000. При среднем заказе 5000 Stars требуется около 353 заказов в месяц, то есть примерно 12 в день. Это расчётный сценарий, а не обещание дохода: фактический результат зависит от спроса, курса и стоимости привлечения клиента.</a:t>
            </a:r>
          </a:p>
          <a:p xmlns:a="http://schemas.openxmlformats.org/drawingml/2006/main">
            <a:r>
              <a:t/>
            </a:r>
          </a:p>
          <a:p xmlns:a="http://schemas.openxmlformats.org/drawingml/2006/main">
            <a:r>
              <a:t>[Sources]</a:t>
            </a:r>
          </a:p>
          <a:p xmlns:a="http://schemas.openxmlformats.org/drawingml/2006/main">
            <a:r>
              <a:t>- Fragment Stars API: https://api-fragment.duckdns.org</a:t>
            </a:r>
          </a:p>
          <a:p xmlns:a="http://schemas.openxmlformats.org/drawingml/2006/main">
            <a:r>
              <a:t>- Official exchange-rate source: https://www.cbr.ru/scripts/XML_daily.asp</a:t>
            </a:r>
          </a:p>
          <a:p xmlns:a="http://schemas.openxmlformats.org/drawingml/2006/main">
            <a:r>
              <a:t>- Local project: app/services/customer_pricing.py</a:t>
            </a:r>
          </a:p>
          <a:p xmlns:a="http://schemas.openxmlformats.org/drawingml/2006/main">
            <a:r>
              <a:t>- Local runtime pricing settings: non-secret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Дневная модель использует те же исходные данные, что и месячный расчёт: Fragment 0,015 USDT за Star, KYC-комиссия 0 процентов, курс 84,5449 рубля, покупка USDT с доплатой 5,5 рубля, налог 4 процента, платёжная комиссия 3,5 процента и дневная доля VPS около 16,67 рубля. Количество заказов округлено вверх, чтобы чистый результат после всех перечисленных расходов был не ниже цели. Для среднего чека 762 рубля требуется около 35 заказов для 1000 рублей и 69 для 2000. При чеке 1523 рубля — 18 и 35 заказов; при чеке 3805 рублей — 8 и 15; при чеке 7609 рублей — 4 и 8. Реклама, возвраты и возможные изменения курса в модель не включены.</a:t>
            </a:r>
          </a:p>
          <a:p xmlns:a="http://schemas.openxmlformats.org/drawingml/2006/main">
            <a:r>
              <a:t/>
            </a:r>
          </a:p>
          <a:p xmlns:a="http://schemas.openxmlformats.org/drawingml/2006/main">
            <a:r>
              <a:t>[Sources]</a:t>
            </a:r>
          </a:p>
          <a:p xmlns:a="http://schemas.openxmlformats.org/drawingml/2006/main">
            <a:r>
              <a:t>- Fragment Stars API: https://api-fragment.duckdns.org</a:t>
            </a:r>
          </a:p>
          <a:p xmlns:a="http://schemas.openxmlformats.org/drawingml/2006/main">
            <a:r>
              <a:t>- Official exchange-rate source: https://www.cbr.ru/scripts/XML_daily.asp</a:t>
            </a:r>
          </a:p>
          <a:p xmlns:a="http://schemas.openxmlformats.org/drawingml/2006/main">
            <a:r>
              <a:t>- Local project: app/services/customer_pricing.py</a:t>
            </a:r>
          </a:p>
          <a:p xmlns:a="http://schemas.openxmlformats.org/drawingml/2006/main">
            <a:r>
              <a:t>- Local calculation record: .tmp_presentation/income-model.txt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Финальная схема сводит проект к пяти звеньям: пользователь, бот, подтверждённая оплата, отдельный worker и доставка Stars. За простым интерфейсом остаются три системных преимущества: автоматизированная обработка, контролируемая платежная цепочка и операционное управление через админку и мониторинг. Сейчас проект полностью подходит для безопасной демонстрации. Для коммерческого live-запуска владельцу остаётся подключить собственные production credentials, hot wallet, Fragment KYC-сессию и пройти checklist. Контакт и QR-код оставлены placeholders, потому что в проекте нет подтверждённых публичных данных.</a:t>
            </a:r>
          </a:p>
          <a:p xmlns:a="http://schemas.openxmlformats.org/drawingml/2006/main">
            <a:r>
              <a:t/>
            </a:r>
          </a:p>
          <a:p xmlns:a="http://schemas.openxmlformats.org/drawingml/2006/main">
            <a:r>
              <a:t>[Sources]</a:t>
            </a:r>
          </a:p>
          <a:p xmlns:a="http://schemas.openxmlformats.org/drawingml/2006/main">
            <a:r>
              <a:t>- Local project: README.md</a:t>
            </a:r>
          </a:p>
          <a:p xmlns:a="http://schemas.openxmlformats.org/drawingml/2006/main">
            <a:r>
              <a:t>- Local project: PRODUCTION_CHECKLIST.md</a:t>
            </a:r>
          </a:p>
          <a:p xmlns:a="http://schemas.openxmlformats.org/drawingml/2006/main">
            <a:r>
              <a:t>- Local project: app/domain.py</a:t>
            </a:r>
          </a:p>
          <a:p xmlns:a="http://schemas.openxmlformats.org/drawingml/2006/main">
            <a:r>
              <a:t>- Local project: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c1c9b093984f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99579dccf74133" /><Relationship Type="http://schemas.openxmlformats.org/officeDocument/2006/relationships/slideLayout" Target="/ppt/slideLayouts/slideLayout1.xml" Id="Rf538029d5efa47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38029d5efa47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6d5c887be1479a" /><Relationship Type="http://schemas.openxmlformats.org/officeDocument/2006/relationships/image" Target="/ppt/media/image.png" Id="R4b4cb591edff4934" /><Relationship Type="http://schemas.openxmlformats.org/officeDocument/2006/relationships/notesSlide" Target="/ppt/notesSlides/notesSlide1.xml" Id="Rd28ed480ebf5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96268393fc463b" /><Relationship Type="http://schemas.openxmlformats.org/officeDocument/2006/relationships/notesSlide" Target="/ppt/notesSlides/notesSlide2.xml" Id="R44bc0472cf3b42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1c88b2e2694c22" /><Relationship Type="http://schemas.openxmlformats.org/officeDocument/2006/relationships/image" Target="/ppt/media/image2.png" Id="R73c70899352f425d" /><Relationship Type="http://schemas.openxmlformats.org/officeDocument/2006/relationships/notesSlide" Target="/ppt/notesSlides/notesSlide3.xml" Id="R734f58ef83e349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68b88ced9f4eee" /><Relationship Type="http://schemas.openxmlformats.org/officeDocument/2006/relationships/notesSlide" Target="/ppt/notesSlides/notesSlide4.xml" Id="R1c1f3e2d198b41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73fb74985c4107" /><Relationship Type="http://schemas.openxmlformats.org/officeDocument/2006/relationships/notesSlide" Target="/ppt/notesSlides/notesSlide5.xml" Id="Raeb0ad41502742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d49c66e3dd447c" /><Relationship Type="http://schemas.openxmlformats.org/officeDocument/2006/relationships/notesSlide" Target="/ppt/notesSlides/notesSlide6.xml" Id="R7d352be1a79b41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d6b0fd31ea419c" /><Relationship Type="http://schemas.openxmlformats.org/officeDocument/2006/relationships/image" Target="/ppt/media/image.jpeg" Id="R7a6758d0986d4660" /><Relationship Type="http://schemas.openxmlformats.org/officeDocument/2006/relationships/notesSlide" Target="/ppt/notesSlides/notesSlide7.xml" Id="Rbdf8a6779b5749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fe47767b8c4d3f" /><Relationship Type="http://schemas.openxmlformats.org/officeDocument/2006/relationships/notesSlide" Target="/ppt/notesSlides/notesSlide8.xml" Id="Rf56a31ec4ba84e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c99a7440674bdf" /><Relationship Type="http://schemas.openxmlformats.org/officeDocument/2006/relationships/notesSlide" Target="/ppt/notesSlides/notesSlide9.xml" Id="R7d324a556d5f45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e4b1f288a9408f" /><Relationship Type="http://schemas.openxmlformats.org/officeDocument/2006/relationships/notesSlide" Target="/ppt/notesSlides/notesSlide10.xml" Id="Rb06df62cd4604a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b6f5712c8c4cfb" /><Relationship Type="http://schemas.openxmlformats.org/officeDocument/2006/relationships/notesSlide" Target="/ppt/notesSlides/notesSlide11.xml" Id="Rb3a34d7dadf44931" /></Relationships>
</file>

<file path=ppt/slides/slide1.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b4cb591edff493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0CBCB7E-F74C-480C-A43D-E9599C627802}"/>
              </a:ext>
            </a:extLst>
          </p:cNvPr>
          <p:cNvSpPr>
            <a:spLocks xmlns:a="http://schemas.openxmlformats.org/drawingml/2006/main" noGrp="1"/>
          </p:cNvSpPr>
          <p:nvPr/>
        </p:nvSpPr>
        <p:spPr>
          <a:xfrm xmlns:a="http://schemas.openxmlformats.org/drawingml/2006/main">
            <a:off x="628650" y="704850"/>
            <a:ext cx="1790700" cy="285750"/>
          </a:xfrm>
          <a:prstGeom xmlns:a="http://schemas.openxmlformats.org/drawingml/2006/main" prst="roundRect">
            <a:avLst>
              <a:gd name="adj" fmla="val 50000"/>
            </a:avLst>
          </a:prstGeom>
          <a:solidFill xmlns:a="http://schemas.openxmlformats.org/drawingml/2006/main">
            <a:srgbClr val="14314C"/>
          </a:solidFill>
          <a:ln xmlns:a="http://schemas.openxmlformats.org/drawingml/2006/main" w="9525">
            <a:solidFill>
              <a:srgbClr val="285778"/>
            </a:solidFill>
            <a:prstDash val="solid"/>
          </a:ln>
        </p:spPr>
      </p:sp>
      <p:sp>
        <p:nvSpPr>
          <p:cNvPr id="3" name="">
            <a:extLst xmlns:a="http://schemas.openxmlformats.org/drawingml/2006/main">
              <a:ext uri="{FF2B5EF4-FFF2-40B4-BE49-F238E27FC236}">
                <a16:creationId xmlns:a16="http://schemas.microsoft.com/office/drawing/2014/main" id="{5665828D-62CE-4C0D-B72B-D82F6FD8A37B}"/>
              </a:ext>
            </a:extLst>
          </p:cNvPr>
          <p:cNvSpPr>
            <a:spLocks xmlns:a="http://schemas.openxmlformats.org/drawingml/2006/main" noGrp="1"/>
          </p:cNvSpPr>
          <p:nvPr/>
        </p:nvSpPr>
        <p:spPr>
          <a:xfrm xmlns:a="http://schemas.openxmlformats.org/drawingml/2006/main">
            <a:off x="666750" y="7620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TELEGRAM COMMERCE</a:t>
            </a:r>
          </a:p>
        </p:txBody>
      </p:sp>
      <p:sp>
        <p:nvSpPr>
          <p:cNvPr id="4" name="">
            <a:extLst xmlns:a="http://schemas.openxmlformats.org/drawingml/2006/main">
              <a:ext uri="{FF2B5EF4-FFF2-40B4-BE49-F238E27FC236}">
                <a16:creationId xmlns:a16="http://schemas.microsoft.com/office/drawing/2014/main" id="{6F4B7A61-A02C-4D79-8A3F-B5D50181EA84}"/>
              </a:ext>
            </a:extLst>
          </p:cNvPr>
          <p:cNvSpPr>
            <a:spLocks xmlns:a="http://schemas.openxmlformats.org/drawingml/2006/main" noGrp="1"/>
          </p:cNvSpPr>
          <p:nvPr/>
        </p:nvSpPr>
        <p:spPr>
          <a:xfrm xmlns:a="http://schemas.openxmlformats.org/drawingml/2006/main">
            <a:off x="609600" y="1476375"/>
            <a:ext cx="581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950" b="1" i="0">
                <a:solidFill>
                  <a:srgbClr val="FFFFFF"/>
                </a:solidFill>
              </a:defRPr>
            </a:pPr>
            <a:r>
              <a:rPr sz="4950" b="1" i="0">
                <a:solidFill>
                  <a:srgbClr val="FFFFFF"/>
                </a:solidFill>
              </a:rPr>
              <a:t>TerStars</a:t>
            </a:r>
          </a:p>
        </p:txBody>
      </p:sp>
      <p:sp>
        <p:nvSpPr>
          <p:cNvPr id="5" name="">
            <a:extLst xmlns:a="http://schemas.openxmlformats.org/drawingml/2006/main">
              <a:ext uri="{FF2B5EF4-FFF2-40B4-BE49-F238E27FC236}">
                <a16:creationId xmlns:a16="http://schemas.microsoft.com/office/drawing/2014/main" id="{89E9CDFF-BF97-466D-AFED-C365BAF4D5D1}"/>
              </a:ext>
            </a:extLst>
          </p:cNvPr>
          <p:cNvSpPr>
            <a:spLocks xmlns:a="http://schemas.openxmlformats.org/drawingml/2006/main" noGrp="1"/>
          </p:cNvSpPr>
          <p:nvPr/>
        </p:nvSpPr>
        <p:spPr>
          <a:xfrm xmlns:a="http://schemas.openxmlformats.org/drawingml/2006/main">
            <a:off x="628650" y="2352675"/>
            <a:ext cx="5619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FFFFFF"/>
                </a:solidFill>
              </a:defRPr>
            </a:pPr>
            <a:r>
              <a:rPr sz="2400" b="1" i="0">
                <a:solidFill>
                  <a:srgbClr val="FFFFFF"/>
                </a:solidFill>
              </a:rPr>
              <a:t>Автоматизированный магазин</a:t>
            </a:r>
          </a:p>
          <a:p xmlns:a="http://schemas.openxmlformats.org/drawingml/2006/main">
            <a:pPr algn="l">
              <a:defRPr sz="2400" b="1" i="0">
                <a:solidFill>
                  <a:srgbClr val="FFFFFF"/>
                </a:solidFill>
              </a:defRPr>
            </a:pPr>
            <a:r>
              <a:rPr sz="2400" b="1" i="0">
                <a:solidFill>
                  <a:srgbClr val="FFFFFF"/>
                </a:solidFill>
              </a:rPr>
              <a:t>Telegram Stars</a:t>
            </a:r>
          </a:p>
        </p:txBody>
      </p:sp>
      <p:sp>
        <p:nvSpPr>
          <p:cNvPr id="6" name="">
            <a:extLst xmlns:a="http://schemas.openxmlformats.org/drawingml/2006/main">
              <a:ext uri="{FF2B5EF4-FFF2-40B4-BE49-F238E27FC236}">
                <a16:creationId xmlns:a16="http://schemas.microsoft.com/office/drawing/2014/main" id="{FC3315CF-3D1E-411D-A176-BD2D7EA2AAA7}"/>
              </a:ext>
            </a:extLst>
          </p:cNvPr>
          <p:cNvSpPr>
            <a:spLocks xmlns:a="http://schemas.openxmlformats.org/drawingml/2006/main" noGrp="1"/>
          </p:cNvSpPr>
          <p:nvPr/>
        </p:nvSpPr>
        <p:spPr>
          <a:xfrm xmlns:a="http://schemas.openxmlformats.org/drawingml/2006/main">
            <a:off x="628650" y="3733800"/>
            <a:ext cx="876300" cy="38100"/>
          </a:xfrm>
          <a:prstGeom xmlns:a="http://schemas.openxmlformats.org/drawingml/2006/main" prst="rect">
            <a:avLst/>
          </a:prstGeom>
          <a:solidFill xmlns:a="http://schemas.openxmlformats.org/drawingml/2006/main">
            <a:srgbClr val="F6C453"/>
          </a:solidFill>
          <a:ln xmlns:a="http://schemas.openxmlformats.org/drawingml/2006/main" w="0">
            <a:solidFill>
              <a:srgbClr val="F6C453"/>
            </a:solidFill>
            <a:prstDash val="solid"/>
          </a:ln>
        </p:spPr>
      </p:sp>
      <p:sp>
        <p:nvSpPr>
          <p:cNvPr id="7" name="">
            <a:extLst xmlns:a="http://schemas.openxmlformats.org/drawingml/2006/main">
              <a:ext uri="{FF2B5EF4-FFF2-40B4-BE49-F238E27FC236}">
                <a16:creationId xmlns:a16="http://schemas.microsoft.com/office/drawing/2014/main" id="{7BEC4CC8-2372-4198-82A0-2A864084D5A4}"/>
              </a:ext>
            </a:extLst>
          </p:cNvPr>
          <p:cNvSpPr>
            <a:spLocks xmlns:a="http://schemas.openxmlformats.org/drawingml/2006/main" noGrp="1"/>
          </p:cNvSpPr>
          <p:nvPr/>
        </p:nvSpPr>
        <p:spPr>
          <a:xfrm xmlns:a="http://schemas.openxmlformats.org/drawingml/2006/main">
            <a:off x="628650" y="39624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D5E6F3"/>
                </a:solidFill>
              </a:defRPr>
            </a:pPr>
            <a:r>
              <a:rPr sz="1500" b="0" i="0">
                <a:solidFill>
                  <a:srgbClr val="D5E6F3"/>
                </a:solidFill>
              </a:rPr>
              <a:t>От котировки и оплаты — до доставки и контроля заказа.</a:t>
            </a:r>
          </a:p>
        </p:txBody>
      </p:sp>
      <p:sp>
        <p:nvSpPr>
          <p:cNvPr id="8" name="">
            <a:extLst xmlns:a="http://schemas.openxmlformats.org/drawingml/2006/main">
              <a:ext uri="{FF2B5EF4-FFF2-40B4-BE49-F238E27FC236}">
                <a16:creationId xmlns:a16="http://schemas.microsoft.com/office/drawing/2014/main" id="{41103D0A-6763-46B7-B78F-5DBBCE900EB2}"/>
              </a:ext>
            </a:extLst>
          </p:cNvPr>
          <p:cNvSpPr>
            <a:spLocks xmlns:a="http://schemas.openxmlformats.org/drawingml/2006/main" noGrp="1"/>
          </p:cNvSpPr>
          <p:nvPr/>
        </p:nvSpPr>
        <p:spPr>
          <a:xfrm xmlns:a="http://schemas.openxmlformats.org/drawingml/2006/main">
            <a:off x="628650" y="58197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8FA7BE"/>
                </a:solidFill>
              </a:defRPr>
            </a:pPr>
            <a:r>
              <a:rPr sz="1125" b="0" i="0">
                <a:solidFill>
                  <a:srgbClr val="8FA7BE"/>
                </a:solidFill>
              </a:rPr>
              <a:t>Продуктовая и техническая презентация</a:t>
            </a:r>
          </a:p>
        </p:txBody>
      </p:sp>
      <p:sp>
        <p:nvSpPr>
          <p:cNvPr id="9" name="">
            <a:extLst xmlns:a="http://schemas.openxmlformats.org/drawingml/2006/main">
              <a:ext uri="{FF2B5EF4-FFF2-40B4-BE49-F238E27FC236}">
                <a16:creationId xmlns:a16="http://schemas.microsoft.com/office/drawing/2014/main" id="{439D4425-4EB0-4AE4-B543-A9068FF73D73}"/>
              </a:ext>
            </a:extLst>
          </p:cNvPr>
          <p:cNvSpPr>
            <a:spLocks xmlns:a="http://schemas.openxmlformats.org/drawingml/2006/main" noGrp="1"/>
          </p:cNvSpPr>
          <p:nvPr/>
        </p:nvSpPr>
        <p:spPr>
          <a:xfrm xmlns:a="http://schemas.openxmlformats.org/drawingml/2006/main">
            <a:off x="11144250" y="64008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8FA7BE"/>
                </a:solidFill>
              </a:defRPr>
            </a:pPr>
            <a:r>
              <a:rPr sz="900" b="0" i="0">
                <a:solidFill>
                  <a:srgbClr val="8FA7BE"/>
                </a:solidFill>
              </a:rPr>
              <a:t>01</a:t>
            </a:r>
          </a:p>
        </p:txBody>
      </p:sp>
    </p:spTree>
    <p:extLst>
      <p:ext uri="{BB962C8B-B14F-4D97-AF65-F5344CB8AC3E}">
        <p14:creationId xmlns:p14="http://schemas.microsoft.com/office/powerpoint/2010/main" val="2062704560"/>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EBA1F79-2B97-40FF-97D7-A63626444096}"/>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29ED9"/>
                </a:solidFill>
              </a:defRPr>
            </a:pPr>
            <a:r>
              <a:rPr sz="975" b="1" i="0">
                <a:solidFill>
                  <a:srgbClr val="229ED9"/>
                </a:solidFill>
              </a:rPr>
              <a:t>TERSTARS · PRODUCT OVERVIEW</a:t>
            </a:r>
          </a:p>
        </p:txBody>
      </p:sp>
      <p:sp>
        <p:nvSpPr>
          <p:cNvPr id="2" name="">
            <a:extLst xmlns:a="http://schemas.openxmlformats.org/drawingml/2006/main">
              <a:ext uri="{FF2B5EF4-FFF2-40B4-BE49-F238E27FC236}">
                <a16:creationId xmlns:a16="http://schemas.microsoft.com/office/drawing/2014/main" id="{A7E38EDE-11A8-4996-8EE1-2DC078ED1B78}"/>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10263E"/>
                </a:solidFill>
              </a:defRPr>
            </a:pPr>
            <a:r>
              <a:rPr sz="2925" b="1" i="0">
                <a:solidFill>
                  <a:srgbClr val="10263E"/>
                </a:solidFill>
              </a:rPr>
              <a:t>Купить Stars — так же просто, как оформить заказ</a:t>
            </a:r>
          </a:p>
        </p:txBody>
      </p:sp>
      <p:sp>
        <p:nvSpPr>
          <p:cNvPr id="3" name="">
            <a:extLst xmlns:a="http://schemas.openxmlformats.org/drawingml/2006/main">
              <a:ext uri="{FF2B5EF4-FFF2-40B4-BE49-F238E27FC236}">
                <a16:creationId xmlns:a16="http://schemas.microsoft.com/office/drawing/2014/main" id="{770309A2-4EE6-4201-A3DE-38C448A89B29}"/>
              </a:ext>
            </a:extLst>
          </p:cNvPr>
          <p:cNvSpPr>
            <a:spLocks xmlns:a="http://schemas.openxmlformats.org/drawingml/2006/main" noGrp="1"/>
          </p:cNvSpPr>
          <p:nvPr/>
        </p:nvSpPr>
        <p:spPr>
          <a:xfrm xmlns:a="http://schemas.openxmlformats.org/drawingml/2006/main">
            <a:off x="609600" y="1676400"/>
            <a:ext cx="2247900" cy="25146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AC87963C-03E1-4978-BA4C-F16F7098E674}"/>
              </a:ext>
            </a:extLst>
          </p:cNvPr>
          <p:cNvSpPr>
            <a:spLocks xmlns:a="http://schemas.openxmlformats.org/drawingml/2006/main" noGrp="1"/>
          </p:cNvSpPr>
          <p:nvPr/>
        </p:nvSpPr>
        <p:spPr>
          <a:xfrm xmlns:a="http://schemas.openxmlformats.org/drawingml/2006/main">
            <a:off x="800100" y="1866900"/>
            <a:ext cx="514350" cy="30480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5" name="">
            <a:extLst xmlns:a="http://schemas.openxmlformats.org/drawingml/2006/main">
              <a:ext uri="{FF2B5EF4-FFF2-40B4-BE49-F238E27FC236}">
                <a16:creationId xmlns:a16="http://schemas.microsoft.com/office/drawing/2014/main" id="{EDF3555C-584E-4CEA-84A2-5746920B8790}"/>
              </a:ext>
            </a:extLst>
          </p:cNvPr>
          <p:cNvSpPr>
            <a:spLocks xmlns:a="http://schemas.openxmlformats.org/drawingml/2006/main" noGrp="1"/>
          </p:cNvSpPr>
          <p:nvPr/>
        </p:nvSpPr>
        <p:spPr>
          <a:xfrm xmlns:a="http://schemas.openxmlformats.org/drawingml/2006/main">
            <a:off x="838200" y="1924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01</a:t>
            </a:r>
          </a:p>
        </p:txBody>
      </p:sp>
      <p:sp>
        <p:nvSpPr>
          <p:cNvPr id="6" name="">
            <a:extLst xmlns:a="http://schemas.openxmlformats.org/drawingml/2006/main">
              <a:ext uri="{FF2B5EF4-FFF2-40B4-BE49-F238E27FC236}">
                <a16:creationId xmlns:a16="http://schemas.microsoft.com/office/drawing/2014/main" id="{A9D43355-0C4B-4D89-A24E-CF0BBCE934CE}"/>
              </a:ext>
            </a:extLst>
          </p:cNvPr>
          <p:cNvSpPr>
            <a:spLocks xmlns:a="http://schemas.openxmlformats.org/drawingml/2006/main" noGrp="1"/>
          </p:cNvSpPr>
          <p:nvPr/>
        </p:nvSpPr>
        <p:spPr>
          <a:xfrm xmlns:a="http://schemas.openxmlformats.org/drawingml/2006/main">
            <a:off x="800100" y="240030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0263E"/>
                </a:solidFill>
              </a:defRPr>
            </a:pPr>
            <a:r>
              <a:rPr sz="1875" b="1" i="0">
                <a:solidFill>
                  <a:srgbClr val="10263E"/>
                </a:solidFill>
              </a:rPr>
              <a:t>Выбрал</a:t>
            </a:r>
          </a:p>
        </p:txBody>
      </p:sp>
      <p:sp>
        <p:nvSpPr>
          <p:cNvPr id="7" name="">
            <a:extLst xmlns:a="http://schemas.openxmlformats.org/drawingml/2006/main">
              <a:ext uri="{FF2B5EF4-FFF2-40B4-BE49-F238E27FC236}">
                <a16:creationId xmlns:a16="http://schemas.microsoft.com/office/drawing/2014/main" id="{597E9283-0D30-48A5-B29D-7C2CCCD6C16C}"/>
              </a:ext>
            </a:extLst>
          </p:cNvPr>
          <p:cNvSpPr>
            <a:spLocks xmlns:a="http://schemas.openxmlformats.org/drawingml/2006/main" noGrp="1"/>
          </p:cNvSpPr>
          <p:nvPr/>
        </p:nvSpPr>
        <p:spPr>
          <a:xfrm xmlns:a="http://schemas.openxmlformats.org/drawingml/2006/main">
            <a:off x="800100" y="2924175"/>
            <a:ext cx="1866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7387"/>
                </a:solidFill>
              </a:defRPr>
            </a:pPr>
            <a:r>
              <a:rPr sz="1350" b="0" i="0">
                <a:solidFill>
                  <a:srgbClr val="5F7387"/>
                </a:solidFill>
              </a:rPr>
              <a:t>Количество Stars</a:t>
            </a:r>
          </a:p>
          <a:p xmlns:a="http://schemas.openxmlformats.org/drawingml/2006/main">
            <a:pPr algn="l">
              <a:defRPr sz="1350" b="0" i="0">
                <a:solidFill>
                  <a:srgbClr val="5F7387"/>
                </a:solidFill>
              </a:defRPr>
            </a:pPr>
            <a:r>
              <a:rPr sz="1350" b="0" i="0">
                <a:solidFill>
                  <a:srgbClr val="5F7387"/>
                </a:solidFill>
              </a:rPr>
              <a:t>и получателя</a:t>
            </a:r>
          </a:p>
        </p:txBody>
      </p:sp>
      <p:sp>
        <p:nvSpPr>
          <p:cNvPr id="8" name="">
            <a:extLst xmlns:a="http://schemas.openxmlformats.org/drawingml/2006/main">
              <a:ext uri="{FF2B5EF4-FFF2-40B4-BE49-F238E27FC236}">
                <a16:creationId xmlns:a16="http://schemas.microsoft.com/office/drawing/2014/main" id="{49B381DA-0E80-411C-B2C2-929D02B4BAAB}"/>
              </a:ext>
            </a:extLst>
          </p:cNvPr>
          <p:cNvSpPr>
            <a:spLocks xmlns:a="http://schemas.openxmlformats.org/drawingml/2006/main" noGrp="1"/>
          </p:cNvSpPr>
          <p:nvPr/>
        </p:nvSpPr>
        <p:spPr>
          <a:xfrm xmlns:a="http://schemas.openxmlformats.org/drawingml/2006/main">
            <a:off x="2895600" y="2714625"/>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9" name="">
            <a:extLst xmlns:a="http://schemas.openxmlformats.org/drawingml/2006/main">
              <a:ext uri="{FF2B5EF4-FFF2-40B4-BE49-F238E27FC236}">
                <a16:creationId xmlns:a16="http://schemas.microsoft.com/office/drawing/2014/main" id="{987318AC-F30D-44C2-89E2-A980D0563084}"/>
              </a:ext>
            </a:extLst>
          </p:cNvPr>
          <p:cNvSpPr>
            <a:spLocks xmlns:a="http://schemas.openxmlformats.org/drawingml/2006/main" noGrp="1"/>
          </p:cNvSpPr>
          <p:nvPr/>
        </p:nvSpPr>
        <p:spPr>
          <a:xfrm xmlns:a="http://schemas.openxmlformats.org/drawingml/2006/main">
            <a:off x="3371850" y="1676400"/>
            <a:ext cx="2247900" cy="25146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060C5FD-01F1-48AB-8202-074841EC2E57}"/>
              </a:ext>
            </a:extLst>
          </p:cNvPr>
          <p:cNvSpPr>
            <a:spLocks xmlns:a="http://schemas.openxmlformats.org/drawingml/2006/main" noGrp="1"/>
          </p:cNvSpPr>
          <p:nvPr/>
        </p:nvSpPr>
        <p:spPr>
          <a:xfrm xmlns:a="http://schemas.openxmlformats.org/drawingml/2006/main">
            <a:off x="3562350" y="1866900"/>
            <a:ext cx="514350" cy="30480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11" name="">
            <a:extLst xmlns:a="http://schemas.openxmlformats.org/drawingml/2006/main">
              <a:ext uri="{FF2B5EF4-FFF2-40B4-BE49-F238E27FC236}">
                <a16:creationId xmlns:a16="http://schemas.microsoft.com/office/drawing/2014/main" id="{8A33EAA3-C3A0-40B0-ADBA-672D4DE08FB1}"/>
              </a:ext>
            </a:extLst>
          </p:cNvPr>
          <p:cNvSpPr>
            <a:spLocks xmlns:a="http://schemas.openxmlformats.org/drawingml/2006/main" noGrp="1"/>
          </p:cNvSpPr>
          <p:nvPr/>
        </p:nvSpPr>
        <p:spPr>
          <a:xfrm xmlns:a="http://schemas.openxmlformats.org/drawingml/2006/main">
            <a:off x="3600450" y="1924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02</a:t>
            </a:r>
          </a:p>
        </p:txBody>
      </p:sp>
      <p:sp>
        <p:nvSpPr>
          <p:cNvPr id="12" name="">
            <a:extLst xmlns:a="http://schemas.openxmlformats.org/drawingml/2006/main">
              <a:ext uri="{FF2B5EF4-FFF2-40B4-BE49-F238E27FC236}">
                <a16:creationId xmlns:a16="http://schemas.microsoft.com/office/drawing/2014/main" id="{613027B2-BF77-4636-B229-E3B27D028F38}"/>
              </a:ext>
            </a:extLst>
          </p:cNvPr>
          <p:cNvSpPr>
            <a:spLocks xmlns:a="http://schemas.openxmlformats.org/drawingml/2006/main" noGrp="1"/>
          </p:cNvSpPr>
          <p:nvPr/>
        </p:nvSpPr>
        <p:spPr>
          <a:xfrm xmlns:a="http://schemas.openxmlformats.org/drawingml/2006/main">
            <a:off x="3562350" y="240030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0263E"/>
                </a:solidFill>
              </a:defRPr>
            </a:pPr>
            <a:r>
              <a:rPr sz="1875" b="1" i="0">
                <a:solidFill>
                  <a:srgbClr val="10263E"/>
                </a:solidFill>
              </a:rPr>
              <a:t>Увидел цену</a:t>
            </a:r>
          </a:p>
        </p:txBody>
      </p:sp>
      <p:sp>
        <p:nvSpPr>
          <p:cNvPr id="13" name="">
            <a:extLst xmlns:a="http://schemas.openxmlformats.org/drawingml/2006/main">
              <a:ext uri="{FF2B5EF4-FFF2-40B4-BE49-F238E27FC236}">
                <a16:creationId xmlns:a16="http://schemas.microsoft.com/office/drawing/2014/main" id="{6AD8971C-F863-40C2-94EF-EE6901EC7954}"/>
              </a:ext>
            </a:extLst>
          </p:cNvPr>
          <p:cNvSpPr>
            <a:spLocks xmlns:a="http://schemas.openxmlformats.org/drawingml/2006/main" noGrp="1"/>
          </p:cNvSpPr>
          <p:nvPr/>
        </p:nvSpPr>
        <p:spPr>
          <a:xfrm xmlns:a="http://schemas.openxmlformats.org/drawingml/2006/main">
            <a:off x="3562350" y="2924175"/>
            <a:ext cx="1866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7387"/>
                </a:solidFill>
              </a:defRPr>
            </a:pPr>
            <a:r>
              <a:rPr sz="1350" b="0" i="0">
                <a:solidFill>
                  <a:srgbClr val="5F7387"/>
                </a:solidFill>
              </a:rPr>
              <a:t>Сумма считается</a:t>
            </a:r>
          </a:p>
          <a:p xmlns:a="http://schemas.openxmlformats.org/drawingml/2006/main">
            <a:pPr algn="l">
              <a:defRPr sz="1350" b="0" i="0">
                <a:solidFill>
                  <a:srgbClr val="5F7387"/>
                </a:solidFill>
              </a:defRPr>
            </a:pPr>
            <a:r>
              <a:rPr sz="1350" b="0" i="0">
                <a:solidFill>
                  <a:srgbClr val="5F7387"/>
                </a:solidFill>
              </a:rPr>
              <a:t>автоматически</a:t>
            </a:r>
          </a:p>
        </p:txBody>
      </p:sp>
      <p:sp>
        <p:nvSpPr>
          <p:cNvPr id="14" name="">
            <a:extLst xmlns:a="http://schemas.openxmlformats.org/drawingml/2006/main">
              <a:ext uri="{FF2B5EF4-FFF2-40B4-BE49-F238E27FC236}">
                <a16:creationId xmlns:a16="http://schemas.microsoft.com/office/drawing/2014/main" id="{D72AB6F1-C8EE-4DA9-B6FC-C68E62788341}"/>
              </a:ext>
            </a:extLst>
          </p:cNvPr>
          <p:cNvSpPr>
            <a:spLocks xmlns:a="http://schemas.openxmlformats.org/drawingml/2006/main" noGrp="1"/>
          </p:cNvSpPr>
          <p:nvPr/>
        </p:nvSpPr>
        <p:spPr>
          <a:xfrm xmlns:a="http://schemas.openxmlformats.org/drawingml/2006/main">
            <a:off x="5657850" y="2714625"/>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15" name="">
            <a:extLst xmlns:a="http://schemas.openxmlformats.org/drawingml/2006/main">
              <a:ext uri="{FF2B5EF4-FFF2-40B4-BE49-F238E27FC236}">
                <a16:creationId xmlns:a16="http://schemas.microsoft.com/office/drawing/2014/main" id="{42561C28-9A1C-46DF-8F94-AC1557EBB50B}"/>
              </a:ext>
            </a:extLst>
          </p:cNvPr>
          <p:cNvSpPr>
            <a:spLocks xmlns:a="http://schemas.openxmlformats.org/drawingml/2006/main" noGrp="1"/>
          </p:cNvSpPr>
          <p:nvPr/>
        </p:nvSpPr>
        <p:spPr>
          <a:xfrm xmlns:a="http://schemas.openxmlformats.org/drawingml/2006/main">
            <a:off x="6134100" y="1676400"/>
            <a:ext cx="2247900" cy="25146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E659F588-715F-485D-B4B7-AD6FCB87A2BD}"/>
              </a:ext>
            </a:extLst>
          </p:cNvPr>
          <p:cNvSpPr>
            <a:spLocks xmlns:a="http://schemas.openxmlformats.org/drawingml/2006/main" noGrp="1"/>
          </p:cNvSpPr>
          <p:nvPr/>
        </p:nvSpPr>
        <p:spPr>
          <a:xfrm xmlns:a="http://schemas.openxmlformats.org/drawingml/2006/main">
            <a:off x="6324600" y="1866900"/>
            <a:ext cx="514350" cy="30480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17" name="">
            <a:extLst xmlns:a="http://schemas.openxmlformats.org/drawingml/2006/main">
              <a:ext uri="{FF2B5EF4-FFF2-40B4-BE49-F238E27FC236}">
                <a16:creationId xmlns:a16="http://schemas.microsoft.com/office/drawing/2014/main" id="{AF7CACA8-7B10-4678-9DF6-CA5C019FF1E0}"/>
              </a:ext>
            </a:extLst>
          </p:cNvPr>
          <p:cNvSpPr>
            <a:spLocks xmlns:a="http://schemas.openxmlformats.org/drawingml/2006/main" noGrp="1"/>
          </p:cNvSpPr>
          <p:nvPr/>
        </p:nvSpPr>
        <p:spPr>
          <a:xfrm xmlns:a="http://schemas.openxmlformats.org/drawingml/2006/main">
            <a:off x="6362700" y="1924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03</a:t>
            </a:r>
          </a:p>
        </p:txBody>
      </p:sp>
      <p:sp>
        <p:nvSpPr>
          <p:cNvPr id="18" name="">
            <a:extLst xmlns:a="http://schemas.openxmlformats.org/drawingml/2006/main">
              <a:ext uri="{FF2B5EF4-FFF2-40B4-BE49-F238E27FC236}">
                <a16:creationId xmlns:a16="http://schemas.microsoft.com/office/drawing/2014/main" id="{0CDE3DC8-7B9D-43DF-B97D-8CC16449D5B2}"/>
              </a:ext>
            </a:extLst>
          </p:cNvPr>
          <p:cNvSpPr>
            <a:spLocks xmlns:a="http://schemas.openxmlformats.org/drawingml/2006/main" noGrp="1"/>
          </p:cNvSpPr>
          <p:nvPr/>
        </p:nvSpPr>
        <p:spPr>
          <a:xfrm xmlns:a="http://schemas.openxmlformats.org/drawingml/2006/main">
            <a:off x="6324600" y="240030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0263E"/>
                </a:solidFill>
              </a:defRPr>
            </a:pPr>
            <a:r>
              <a:rPr sz="1875" b="1" i="0">
                <a:solidFill>
                  <a:srgbClr val="10263E"/>
                </a:solidFill>
              </a:rPr>
              <a:t>Оплатил</a:t>
            </a:r>
          </a:p>
        </p:txBody>
      </p:sp>
      <p:sp>
        <p:nvSpPr>
          <p:cNvPr id="19" name="">
            <a:extLst xmlns:a="http://schemas.openxmlformats.org/drawingml/2006/main">
              <a:ext uri="{FF2B5EF4-FFF2-40B4-BE49-F238E27FC236}">
                <a16:creationId xmlns:a16="http://schemas.microsoft.com/office/drawing/2014/main" id="{BA481BCF-5264-4AE7-9543-AF81926C4C9B}"/>
              </a:ext>
            </a:extLst>
          </p:cNvPr>
          <p:cNvSpPr>
            <a:spLocks xmlns:a="http://schemas.openxmlformats.org/drawingml/2006/main" noGrp="1"/>
          </p:cNvSpPr>
          <p:nvPr/>
        </p:nvSpPr>
        <p:spPr>
          <a:xfrm xmlns:a="http://schemas.openxmlformats.org/drawingml/2006/main">
            <a:off x="6324600" y="2924175"/>
            <a:ext cx="1866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7387"/>
                </a:solidFill>
              </a:defRPr>
            </a:pPr>
            <a:r>
              <a:rPr sz="1350" b="0" i="0">
                <a:solidFill>
                  <a:srgbClr val="5F7387"/>
                </a:solidFill>
              </a:rPr>
              <a:t>Удобная оплата</a:t>
            </a:r>
          </a:p>
          <a:p xmlns:a="http://schemas.openxmlformats.org/drawingml/2006/main">
            <a:pPr algn="l">
              <a:defRPr sz="1350" b="0" i="0">
                <a:solidFill>
                  <a:srgbClr val="5F7387"/>
                </a:solidFill>
              </a:defRPr>
            </a:pPr>
            <a:r>
              <a:rPr sz="1350" b="0" i="0">
                <a:solidFill>
                  <a:srgbClr val="5F7387"/>
                </a:solidFill>
              </a:rPr>
              <a:t>в рублях</a:t>
            </a:r>
          </a:p>
        </p:txBody>
      </p:sp>
      <p:sp>
        <p:nvSpPr>
          <p:cNvPr id="20" name="">
            <a:extLst xmlns:a="http://schemas.openxmlformats.org/drawingml/2006/main">
              <a:ext uri="{FF2B5EF4-FFF2-40B4-BE49-F238E27FC236}">
                <a16:creationId xmlns:a16="http://schemas.microsoft.com/office/drawing/2014/main" id="{C86039EE-1701-4CE0-A72D-4B1D15AADBAC}"/>
              </a:ext>
            </a:extLst>
          </p:cNvPr>
          <p:cNvSpPr>
            <a:spLocks xmlns:a="http://schemas.openxmlformats.org/drawingml/2006/main" noGrp="1"/>
          </p:cNvSpPr>
          <p:nvPr/>
        </p:nvSpPr>
        <p:spPr>
          <a:xfrm xmlns:a="http://schemas.openxmlformats.org/drawingml/2006/main">
            <a:off x="8420100" y="2714625"/>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21" name="">
            <a:extLst xmlns:a="http://schemas.openxmlformats.org/drawingml/2006/main">
              <a:ext uri="{FF2B5EF4-FFF2-40B4-BE49-F238E27FC236}">
                <a16:creationId xmlns:a16="http://schemas.microsoft.com/office/drawing/2014/main" id="{7D3AFE30-8B2C-490B-93DB-DFFD4F5B0F83}"/>
              </a:ext>
            </a:extLst>
          </p:cNvPr>
          <p:cNvSpPr>
            <a:spLocks xmlns:a="http://schemas.openxmlformats.org/drawingml/2006/main" noGrp="1"/>
          </p:cNvSpPr>
          <p:nvPr/>
        </p:nvSpPr>
        <p:spPr>
          <a:xfrm xmlns:a="http://schemas.openxmlformats.org/drawingml/2006/main">
            <a:off x="8896350" y="1676400"/>
            <a:ext cx="2247900" cy="25146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C4ECE2DD-0B04-42E1-B4F6-BD33015FFC46}"/>
              </a:ext>
            </a:extLst>
          </p:cNvPr>
          <p:cNvSpPr>
            <a:spLocks xmlns:a="http://schemas.openxmlformats.org/drawingml/2006/main" noGrp="1"/>
          </p:cNvSpPr>
          <p:nvPr/>
        </p:nvSpPr>
        <p:spPr>
          <a:xfrm xmlns:a="http://schemas.openxmlformats.org/drawingml/2006/main">
            <a:off x="9086850" y="1866900"/>
            <a:ext cx="514350" cy="304800"/>
          </a:xfrm>
          <a:prstGeom xmlns:a="http://schemas.openxmlformats.org/drawingml/2006/main" prst="roundRect">
            <a:avLst>
              <a:gd name="adj" fmla="val 50000"/>
            </a:avLst>
          </a:prstGeom>
          <a:solidFill xmlns:a="http://schemas.openxmlformats.org/drawingml/2006/main">
            <a:srgbClr val="FFF4D8"/>
          </a:solidFill>
          <a:ln xmlns:a="http://schemas.openxmlformats.org/drawingml/2006/main" w="0">
            <a:solidFill>
              <a:srgbClr val="FFF4D8"/>
            </a:solidFill>
            <a:prstDash val="solid"/>
          </a:ln>
        </p:spPr>
      </p:sp>
      <p:sp>
        <p:nvSpPr>
          <p:cNvPr id="23" name="">
            <a:extLst xmlns:a="http://schemas.openxmlformats.org/drawingml/2006/main">
              <a:ext uri="{FF2B5EF4-FFF2-40B4-BE49-F238E27FC236}">
                <a16:creationId xmlns:a16="http://schemas.microsoft.com/office/drawing/2014/main" id="{2A202ED4-D620-48CA-987C-2935C2839425}"/>
              </a:ext>
            </a:extLst>
          </p:cNvPr>
          <p:cNvSpPr>
            <a:spLocks xmlns:a="http://schemas.openxmlformats.org/drawingml/2006/main" noGrp="1"/>
          </p:cNvSpPr>
          <p:nvPr/>
        </p:nvSpPr>
        <p:spPr>
          <a:xfrm xmlns:a="http://schemas.openxmlformats.org/drawingml/2006/main">
            <a:off x="9124950" y="1924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9A6400"/>
                </a:solidFill>
              </a:defRPr>
            </a:pPr>
            <a:r>
              <a:rPr sz="975" b="1" i="0">
                <a:solidFill>
                  <a:srgbClr val="9A6400"/>
                </a:solidFill>
              </a:rPr>
              <a:t>04</a:t>
            </a:r>
          </a:p>
        </p:txBody>
      </p:sp>
      <p:sp>
        <p:nvSpPr>
          <p:cNvPr id="24" name="">
            <a:extLst xmlns:a="http://schemas.openxmlformats.org/drawingml/2006/main">
              <a:ext uri="{FF2B5EF4-FFF2-40B4-BE49-F238E27FC236}">
                <a16:creationId xmlns:a16="http://schemas.microsoft.com/office/drawing/2014/main" id="{2950D507-7D14-4FEE-B5C2-56377559B403}"/>
              </a:ext>
            </a:extLst>
          </p:cNvPr>
          <p:cNvSpPr>
            <a:spLocks xmlns:a="http://schemas.openxmlformats.org/drawingml/2006/main" noGrp="1"/>
          </p:cNvSpPr>
          <p:nvPr/>
        </p:nvSpPr>
        <p:spPr>
          <a:xfrm xmlns:a="http://schemas.openxmlformats.org/drawingml/2006/main">
            <a:off x="9086850" y="240030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0263E"/>
                </a:solidFill>
              </a:defRPr>
            </a:pPr>
            <a:r>
              <a:rPr sz="1875" b="1" i="0">
                <a:solidFill>
                  <a:srgbClr val="10263E"/>
                </a:solidFill>
              </a:rPr>
              <a:t>Получил</a:t>
            </a:r>
          </a:p>
        </p:txBody>
      </p:sp>
      <p:sp>
        <p:nvSpPr>
          <p:cNvPr id="25" name="">
            <a:extLst xmlns:a="http://schemas.openxmlformats.org/drawingml/2006/main">
              <a:ext uri="{FF2B5EF4-FFF2-40B4-BE49-F238E27FC236}">
                <a16:creationId xmlns:a16="http://schemas.microsoft.com/office/drawing/2014/main" id="{F8809964-90BE-4D47-BA5D-25DB478AEF4C}"/>
              </a:ext>
            </a:extLst>
          </p:cNvPr>
          <p:cNvSpPr>
            <a:spLocks xmlns:a="http://schemas.openxmlformats.org/drawingml/2006/main" noGrp="1"/>
          </p:cNvSpPr>
          <p:nvPr/>
        </p:nvSpPr>
        <p:spPr>
          <a:xfrm xmlns:a="http://schemas.openxmlformats.org/drawingml/2006/main">
            <a:off x="9086850" y="2924175"/>
            <a:ext cx="1866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7387"/>
                </a:solidFill>
              </a:defRPr>
            </a:pPr>
            <a:r>
              <a:rPr sz="1350" b="0" i="0">
                <a:solidFill>
                  <a:srgbClr val="5F7387"/>
                </a:solidFill>
              </a:rPr>
              <a:t>Stars приходят</a:t>
            </a:r>
          </a:p>
          <a:p xmlns:a="http://schemas.openxmlformats.org/drawingml/2006/main">
            <a:pPr algn="l">
              <a:defRPr sz="1350" b="0" i="0">
                <a:solidFill>
                  <a:srgbClr val="5F7387"/>
                </a:solidFill>
              </a:defRPr>
            </a:pPr>
            <a:r>
              <a:rPr sz="1350" b="0" i="0">
                <a:solidFill>
                  <a:srgbClr val="5F7387"/>
                </a:solidFill>
              </a:rPr>
              <a:t>получателю</a:t>
            </a:r>
          </a:p>
        </p:txBody>
      </p:sp>
      <p:sp>
        <p:nvSpPr>
          <p:cNvPr id="26" name="">
            <a:extLst xmlns:a="http://schemas.openxmlformats.org/drawingml/2006/main">
              <a:ext uri="{FF2B5EF4-FFF2-40B4-BE49-F238E27FC236}">
                <a16:creationId xmlns:a16="http://schemas.microsoft.com/office/drawing/2014/main" id="{7823B8AE-59B9-4563-B90D-90B3D72A79E9}"/>
              </a:ext>
            </a:extLst>
          </p:cNvPr>
          <p:cNvSpPr>
            <a:spLocks xmlns:a="http://schemas.openxmlformats.org/drawingml/2006/main" noGrp="1"/>
          </p:cNvSpPr>
          <p:nvPr/>
        </p:nvSpPr>
        <p:spPr>
          <a:xfrm xmlns:a="http://schemas.openxmlformats.org/drawingml/2006/main">
            <a:off x="609600" y="4514850"/>
            <a:ext cx="10534650" cy="1200150"/>
          </a:xfrm>
          <a:prstGeom xmlns:a="http://schemas.openxmlformats.org/drawingml/2006/main" prst="roundRect">
            <a:avLst>
              <a:gd name="adj" fmla="val 9524"/>
            </a:avLst>
          </a:prstGeom>
          <a:solidFill xmlns:a="http://schemas.openxmlformats.org/drawingml/2006/main">
            <a:srgbClr val="0B1F36"/>
          </a:solidFill>
          <a:ln xmlns:a="http://schemas.openxmlformats.org/drawingml/2006/main" w="0">
            <a:solidFill>
              <a:srgbClr val="0B1F3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ED751247-8C77-40D2-B66A-497204978D82}"/>
              </a:ext>
            </a:extLst>
          </p:cNvPr>
          <p:cNvSpPr>
            <a:spLocks xmlns:a="http://schemas.openxmlformats.org/drawingml/2006/main" noGrp="1"/>
          </p:cNvSpPr>
          <p:nvPr/>
        </p:nvSpPr>
        <p:spPr>
          <a:xfrm xmlns:a="http://schemas.openxmlformats.org/drawingml/2006/main">
            <a:off x="838200" y="4791075"/>
            <a:ext cx="114300" cy="114300"/>
          </a:xfrm>
          <a:prstGeom xmlns:a="http://schemas.openxmlformats.org/drawingml/2006/main" prst="ellipse">
            <a:avLst/>
          </a:prstGeom>
          <a:solidFill xmlns:a="http://schemas.openxmlformats.org/drawingml/2006/main">
            <a:srgbClr val="26B36A"/>
          </a:solidFill>
          <a:ln xmlns:a="http://schemas.openxmlformats.org/drawingml/2006/main" w="0">
            <a:solidFill>
              <a:srgbClr val="26B36A"/>
            </a:solidFill>
            <a:prstDash val="solid"/>
          </a:ln>
        </p:spPr>
      </p:sp>
      <p:sp>
        <p:nvSpPr>
          <p:cNvPr id="28" name="">
            <a:extLst xmlns:a="http://schemas.openxmlformats.org/drawingml/2006/main">
              <a:ext uri="{FF2B5EF4-FFF2-40B4-BE49-F238E27FC236}">
                <a16:creationId xmlns:a16="http://schemas.microsoft.com/office/drawing/2014/main" id="{F7ECCE6C-CB64-4832-A02B-D1DFD5583C22}"/>
              </a:ext>
            </a:extLst>
          </p:cNvPr>
          <p:cNvSpPr>
            <a:spLocks xmlns:a="http://schemas.openxmlformats.org/drawingml/2006/main" noGrp="1"/>
          </p:cNvSpPr>
          <p:nvPr/>
        </p:nvSpPr>
        <p:spPr>
          <a:xfrm xmlns:a="http://schemas.openxmlformats.org/drawingml/2006/main">
            <a:off x="1066800" y="4695825"/>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FFFF"/>
                </a:solidFill>
              </a:defRPr>
            </a:pPr>
            <a:r>
              <a:rPr sz="1350" b="1" i="0">
                <a:solidFill>
                  <a:srgbClr val="FFFFFF"/>
                </a:solidFill>
              </a:rPr>
              <a:t>Пользователь видит только главное</a:t>
            </a:r>
          </a:p>
        </p:txBody>
      </p:sp>
      <p:sp>
        <p:nvSpPr>
          <p:cNvPr id="29" name="">
            <a:extLst xmlns:a="http://schemas.openxmlformats.org/drawingml/2006/main">
              <a:ext uri="{FF2B5EF4-FFF2-40B4-BE49-F238E27FC236}">
                <a16:creationId xmlns:a16="http://schemas.microsoft.com/office/drawing/2014/main" id="{703DB784-6742-4871-8BE9-D368540A837E}"/>
              </a:ext>
            </a:extLst>
          </p:cNvPr>
          <p:cNvSpPr>
            <a:spLocks xmlns:a="http://schemas.openxmlformats.org/drawingml/2006/main" noGrp="1"/>
          </p:cNvSpPr>
          <p:nvPr/>
        </p:nvSpPr>
        <p:spPr>
          <a:xfrm xmlns:a="http://schemas.openxmlformats.org/drawingml/2006/main">
            <a:off x="1066800" y="5057775"/>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C8DDEC"/>
                </a:solidFill>
              </a:defRPr>
            </a:pPr>
            <a:r>
              <a:rPr sz="1350" b="0" i="0">
                <a:solidFill>
                  <a:srgbClr val="C8DDEC"/>
                </a:solidFill>
              </a:rPr>
              <a:t>Цена · оплата · статус · результат</a:t>
            </a:r>
          </a:p>
        </p:txBody>
      </p:sp>
      <p:sp>
        <p:nvSpPr>
          <p:cNvPr id="30" name="">
            <a:extLst xmlns:a="http://schemas.openxmlformats.org/drawingml/2006/main">
              <a:ext uri="{FF2B5EF4-FFF2-40B4-BE49-F238E27FC236}">
                <a16:creationId xmlns:a16="http://schemas.microsoft.com/office/drawing/2014/main" id="{BC990B08-D575-47CD-BCA6-FA476458BD6F}"/>
              </a:ext>
            </a:extLst>
          </p:cNvPr>
          <p:cNvSpPr>
            <a:spLocks xmlns:a="http://schemas.openxmlformats.org/drawingml/2006/main" noGrp="1"/>
          </p:cNvSpPr>
          <p:nvPr/>
        </p:nvSpPr>
        <p:spPr>
          <a:xfrm xmlns:a="http://schemas.openxmlformats.org/drawingml/2006/main">
            <a:off x="8210550" y="4905375"/>
            <a:ext cx="2571750" cy="285750"/>
          </a:xfrm>
          <a:prstGeom xmlns:a="http://schemas.openxmlformats.org/drawingml/2006/main" prst="roundRect">
            <a:avLst>
              <a:gd name="adj" fmla="val 50000"/>
            </a:avLst>
          </a:prstGeom>
          <a:solidFill xmlns:a="http://schemas.openxmlformats.org/drawingml/2006/main">
            <a:srgbClr val="153E38"/>
          </a:solidFill>
          <a:ln xmlns:a="http://schemas.openxmlformats.org/drawingml/2006/main" w="9525">
            <a:solidFill>
              <a:srgbClr val="236A5B"/>
            </a:solidFill>
            <a:prstDash val="solid"/>
          </a:ln>
        </p:spPr>
      </p:sp>
      <p:sp>
        <p:nvSpPr>
          <p:cNvPr id="31" name="">
            <a:extLst xmlns:a="http://schemas.openxmlformats.org/drawingml/2006/main">
              <a:ext uri="{FF2B5EF4-FFF2-40B4-BE49-F238E27FC236}">
                <a16:creationId xmlns:a16="http://schemas.microsoft.com/office/drawing/2014/main" id="{A840366C-4CBE-4D25-B4E5-A61708E6D56C}"/>
              </a:ext>
            </a:extLst>
          </p:cNvPr>
          <p:cNvSpPr>
            <a:spLocks xmlns:a="http://schemas.openxmlformats.org/drawingml/2006/main" noGrp="1"/>
          </p:cNvSpPr>
          <p:nvPr/>
        </p:nvSpPr>
        <p:spPr>
          <a:xfrm xmlns:a="http://schemas.openxmlformats.org/drawingml/2006/main">
            <a:off x="8248650" y="496252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75E0A7"/>
                </a:solidFill>
              </a:defRPr>
            </a:pPr>
            <a:r>
              <a:rPr sz="975" b="1" i="0">
                <a:solidFill>
                  <a:srgbClr val="75E0A7"/>
                </a:solidFill>
              </a:rPr>
              <a:t>ВСЁ ВНУТРИ TELEGRAM</a:t>
            </a:r>
          </a:p>
        </p:txBody>
      </p:sp>
      <p:sp>
        <p:nvSpPr>
          <p:cNvPr id="32" name="">
            <a:extLst xmlns:a="http://schemas.openxmlformats.org/drawingml/2006/main">
              <a:ext uri="{FF2B5EF4-FFF2-40B4-BE49-F238E27FC236}">
                <a16:creationId xmlns:a16="http://schemas.microsoft.com/office/drawing/2014/main" id="{2167B141-7B91-4D74-A593-C81A2552B969}"/>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33" name="">
            <a:extLst xmlns:a="http://schemas.openxmlformats.org/drawingml/2006/main">
              <a:ext uri="{FF2B5EF4-FFF2-40B4-BE49-F238E27FC236}">
                <a16:creationId xmlns:a16="http://schemas.microsoft.com/office/drawing/2014/main" id="{1F8CB4C6-E9B8-41FE-BE3C-A05B92F99A19}"/>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7387"/>
                </a:solidFill>
              </a:defRPr>
            </a:pPr>
            <a:r>
              <a:rPr sz="900" b="1" i="0">
                <a:solidFill>
                  <a:srgbClr val="5F7387"/>
                </a:solidFill>
              </a:rPr>
              <a:t>TerStars</a:t>
            </a:r>
          </a:p>
        </p:txBody>
      </p:sp>
      <p:sp>
        <p:nvSpPr>
          <p:cNvPr id="34" name="">
            <a:extLst xmlns:a="http://schemas.openxmlformats.org/drawingml/2006/main">
              <a:ext uri="{FF2B5EF4-FFF2-40B4-BE49-F238E27FC236}">
                <a16:creationId xmlns:a16="http://schemas.microsoft.com/office/drawing/2014/main" id="{887C401C-B1DA-4CA4-8CC8-3A2943407005}"/>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02</a:t>
            </a:r>
          </a:p>
        </p:txBody>
      </p:sp>
    </p:spTree>
    <p:extLst>
      <p:ext uri="{BB962C8B-B14F-4D97-AF65-F5344CB8AC3E}">
        <p14:creationId xmlns:p14="http://schemas.microsoft.com/office/powerpoint/2010/main" val="2176808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26287E2-3002-40B3-88E6-594548C5853F}"/>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29ED9"/>
                </a:solidFill>
              </a:defRPr>
            </a:pPr>
            <a:r>
              <a:rPr sz="975" b="1" i="0">
                <a:solidFill>
                  <a:srgbClr val="229ED9"/>
                </a:solidFill>
              </a:rPr>
              <a:t>TERSTARS · PRODUCT OVERVIEW</a:t>
            </a:r>
          </a:p>
        </p:txBody>
      </p:sp>
      <p:sp>
        <p:nvSpPr>
          <p:cNvPr id="2" name="">
            <a:extLst xmlns:a="http://schemas.openxmlformats.org/drawingml/2006/main">
              <a:ext uri="{FF2B5EF4-FFF2-40B4-BE49-F238E27FC236}">
                <a16:creationId xmlns:a16="http://schemas.microsoft.com/office/drawing/2014/main" id="{7DE6B64B-D1E2-4384-898E-A918EA7CE877}"/>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10263E"/>
                </a:solidFill>
              </a:defRPr>
            </a:pPr>
            <a:r>
              <a:rPr sz="2925" b="1" i="0">
                <a:solidFill>
                  <a:srgbClr val="10263E"/>
                </a:solidFill>
              </a:rPr>
              <a:t>Покупателю не нужно разбираться в технических деталях</a:t>
            </a:r>
          </a:p>
        </p:txBody>
      </p:sp>
      <p:sp>
        <p:nvSpPr>
          <p:cNvPr id="3" name="">
            <a:extLst xmlns:a="http://schemas.openxmlformats.org/drawingml/2006/main">
              <a:ext uri="{FF2B5EF4-FFF2-40B4-BE49-F238E27FC236}">
                <a16:creationId xmlns:a16="http://schemas.microsoft.com/office/drawing/2014/main" id="{F7522E60-3F9D-40CB-936C-C20294E41A22}"/>
              </a:ext>
            </a:extLst>
          </p:cNvPr>
          <p:cNvSpPr>
            <a:spLocks xmlns:a="http://schemas.openxmlformats.org/drawingml/2006/main" noGrp="1"/>
          </p:cNvSpPr>
          <p:nvPr/>
        </p:nvSpPr>
        <p:spPr>
          <a:xfrm xmlns:a="http://schemas.openxmlformats.org/drawingml/2006/main">
            <a:off x="609600" y="1466850"/>
            <a:ext cx="3200400" cy="4095750"/>
          </a:xfrm>
          <a:prstGeom xmlns:a="http://schemas.openxmlformats.org/drawingml/2006/main" prst="roundRect">
            <a:avLst>
              <a:gd name="adj" fmla="val 3571"/>
            </a:avLst>
          </a:prstGeom>
          <a:solidFill xmlns:a="http://schemas.openxmlformats.org/drawingml/2006/main">
            <a:srgbClr val="EDF5FA"/>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6F23CE56-8461-446F-B908-1991056C05F1}"/>
              </a:ext>
            </a:extLst>
          </p:cNvPr>
          <p:cNvSpPr>
            <a:spLocks xmlns:a="http://schemas.openxmlformats.org/drawingml/2006/main" noGrp="1"/>
          </p:cNvSpPr>
          <p:nvPr/>
        </p:nvSpPr>
        <p:spPr>
          <a:xfrm xmlns:a="http://schemas.openxmlformats.org/drawingml/2006/main">
            <a:off x="800100" y="1657350"/>
            <a:ext cx="1466850" cy="285750"/>
          </a:xfrm>
          <a:prstGeom xmlns:a="http://schemas.openxmlformats.org/drawingml/2006/main" prst="roundRect">
            <a:avLst>
              <a:gd name="adj" fmla="val 50000"/>
            </a:avLst>
          </a:prstGeom>
          <a:solidFill xmlns:a="http://schemas.openxmlformats.org/drawingml/2006/main">
            <a:srgbClr val="E7F8EF"/>
          </a:solidFill>
          <a:ln xmlns:a="http://schemas.openxmlformats.org/drawingml/2006/main" w="0">
            <a:solidFill>
              <a:srgbClr val="E7F8EF"/>
            </a:solidFill>
            <a:prstDash val="solid"/>
          </a:ln>
        </p:spPr>
      </p:sp>
      <p:sp>
        <p:nvSpPr>
          <p:cNvPr id="5" name="">
            <a:extLst xmlns:a="http://schemas.openxmlformats.org/drawingml/2006/main">
              <a:ext uri="{FF2B5EF4-FFF2-40B4-BE49-F238E27FC236}">
                <a16:creationId xmlns:a16="http://schemas.microsoft.com/office/drawing/2014/main" id="{9738785D-B8FD-4EA2-B591-D385ECDFB966}"/>
              </a:ext>
            </a:extLst>
          </p:cNvPr>
          <p:cNvSpPr>
            <a:spLocks xmlns:a="http://schemas.openxmlformats.org/drawingml/2006/main" noGrp="1"/>
          </p:cNvSpPr>
          <p:nvPr/>
        </p:nvSpPr>
        <p:spPr>
          <a:xfrm xmlns:a="http://schemas.openxmlformats.org/drawingml/2006/main">
            <a:off x="838200" y="17145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6B36A"/>
                </a:solidFill>
              </a:defRPr>
            </a:pPr>
            <a:r>
              <a:rPr sz="975" b="1" i="0">
                <a:solidFill>
                  <a:srgbClr val="26B36A"/>
                </a:solidFill>
              </a:rPr>
              <a:t>РЕАЛЬНЫЙ ЭКРАН</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3c70899352f425d"/>
          <a:stretch xmlns:a="http://schemas.openxmlformats.org/drawingml/2006/main"/>
        </p:blipFill>
        <p:spPr>
          <a:xfrm xmlns:a="http://schemas.openxmlformats.org/drawingml/2006/main">
            <a:off x="781050" y="2436119"/>
            <a:ext cx="2857500" cy="1585711"/>
          </a:xfrm>
          <a:prstGeom xmlns:a="http://schemas.openxmlformats.org/drawingml/2006/main" prst="roundRect">
            <a:avLst>
              <a:gd name="adj" fmla="val 5217"/>
            </a:avLst>
          </a:prstGeom>
        </p:spPr>
      </p:pic>
      <p:sp>
        <p:nvSpPr>
          <p:cNvPr id="7" name="">
            <a:extLst xmlns:a="http://schemas.openxmlformats.org/drawingml/2006/main">
              <a:ext uri="{FF2B5EF4-FFF2-40B4-BE49-F238E27FC236}">
                <a16:creationId xmlns:a16="http://schemas.microsoft.com/office/drawing/2014/main" id="{B2260E10-C8EE-45E9-91D1-ED9399665AFB}"/>
              </a:ext>
            </a:extLst>
          </p:cNvPr>
          <p:cNvSpPr>
            <a:spLocks xmlns:a="http://schemas.openxmlformats.org/drawingml/2006/main" noGrp="1"/>
          </p:cNvSpPr>
          <p:nvPr/>
        </p:nvSpPr>
        <p:spPr>
          <a:xfrm xmlns:a="http://schemas.openxmlformats.org/drawingml/2006/main">
            <a:off x="800100" y="4581525"/>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0263E"/>
                </a:solidFill>
              </a:defRPr>
            </a:pPr>
            <a:r>
              <a:rPr sz="1650" b="1" i="0">
                <a:solidFill>
                  <a:srgbClr val="10263E"/>
                </a:solidFill>
              </a:rPr>
              <a:t>Главное меню</a:t>
            </a:r>
          </a:p>
        </p:txBody>
      </p:sp>
      <p:sp>
        <p:nvSpPr>
          <p:cNvPr id="8" name="">
            <a:extLst xmlns:a="http://schemas.openxmlformats.org/drawingml/2006/main">
              <a:ext uri="{FF2B5EF4-FFF2-40B4-BE49-F238E27FC236}">
                <a16:creationId xmlns:a16="http://schemas.microsoft.com/office/drawing/2014/main" id="{3526A44E-59C2-41A7-B406-04986BD91D04}"/>
              </a:ext>
            </a:extLst>
          </p:cNvPr>
          <p:cNvSpPr>
            <a:spLocks xmlns:a="http://schemas.openxmlformats.org/drawingml/2006/main" noGrp="1"/>
          </p:cNvSpPr>
          <p:nvPr/>
        </p:nvSpPr>
        <p:spPr>
          <a:xfrm xmlns:a="http://schemas.openxmlformats.org/drawingml/2006/main">
            <a:off x="800100" y="496252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Купить себе или отправить подарок</a:t>
            </a:r>
          </a:p>
        </p:txBody>
      </p:sp>
      <p:sp>
        <p:nvSpPr>
          <p:cNvPr id="9" name="">
            <a:extLst xmlns:a="http://schemas.openxmlformats.org/drawingml/2006/main">
              <a:ext uri="{FF2B5EF4-FFF2-40B4-BE49-F238E27FC236}">
                <a16:creationId xmlns:a16="http://schemas.microsoft.com/office/drawing/2014/main" id="{187FBFCE-530D-4B2A-B2D0-7B3A6D8A8DD2}"/>
              </a:ext>
            </a:extLst>
          </p:cNvPr>
          <p:cNvSpPr>
            <a:spLocks xmlns:a="http://schemas.openxmlformats.org/drawingml/2006/main" noGrp="1"/>
          </p:cNvSpPr>
          <p:nvPr/>
        </p:nvSpPr>
        <p:spPr>
          <a:xfrm xmlns:a="http://schemas.openxmlformats.org/drawingml/2006/main">
            <a:off x="4362450" y="1762125"/>
            <a:ext cx="2000250" cy="3219450"/>
          </a:xfrm>
          <a:prstGeom xmlns:a="http://schemas.openxmlformats.org/drawingml/2006/main" prst="roundRect">
            <a:avLst>
              <a:gd name="adj" fmla="val 5714"/>
            </a:avLst>
          </a:prstGeom>
          <a:solidFill xmlns:a="http://schemas.openxmlformats.org/drawingml/2006/main">
            <a:srgbClr val="FBFDFE"/>
          </a:solidFill>
          <a:ln xmlns:a="http://schemas.openxmlformats.org/drawingml/2006/main" w="9525">
            <a:solidFill>
              <a:srgbClr val="9ECFE5"/>
            </a:solidFill>
            <a:prstDash val="solid"/>
          </a:ln>
        </p:spPr>
      </p:sp>
      <p:sp>
        <p:nvSpPr>
          <p:cNvPr id="10" name="">
            <a:extLst xmlns:a="http://schemas.openxmlformats.org/drawingml/2006/main">
              <a:ext uri="{FF2B5EF4-FFF2-40B4-BE49-F238E27FC236}">
                <a16:creationId xmlns:a16="http://schemas.microsoft.com/office/drawing/2014/main" id="{FEA09F19-B281-453F-A376-EB3C53F13133}"/>
              </a:ext>
            </a:extLst>
          </p:cNvPr>
          <p:cNvSpPr>
            <a:spLocks xmlns:a="http://schemas.openxmlformats.org/drawingml/2006/main" noGrp="1"/>
          </p:cNvSpPr>
          <p:nvPr/>
        </p:nvSpPr>
        <p:spPr>
          <a:xfrm xmlns:a="http://schemas.openxmlformats.org/drawingml/2006/main">
            <a:off x="4533900" y="1943100"/>
            <a:ext cx="4572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11" name="">
            <a:extLst xmlns:a="http://schemas.openxmlformats.org/drawingml/2006/main">
              <a:ext uri="{FF2B5EF4-FFF2-40B4-BE49-F238E27FC236}">
                <a16:creationId xmlns:a16="http://schemas.microsoft.com/office/drawing/2014/main" id="{9DB44C7A-81DB-4118-BCDB-D3DB8F167BCA}"/>
              </a:ext>
            </a:extLst>
          </p:cNvPr>
          <p:cNvSpPr>
            <a:spLocks xmlns:a="http://schemas.openxmlformats.org/drawingml/2006/main" noGrp="1"/>
          </p:cNvSpPr>
          <p:nvPr/>
        </p:nvSpPr>
        <p:spPr>
          <a:xfrm xmlns:a="http://schemas.openxmlformats.org/drawingml/2006/main">
            <a:off x="4572000" y="2000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02</a:t>
            </a:r>
          </a:p>
        </p:txBody>
      </p:sp>
      <p:sp>
        <p:nvSpPr>
          <p:cNvPr id="12" name="">
            <a:extLst xmlns:a="http://schemas.openxmlformats.org/drawingml/2006/main">
              <a:ext uri="{FF2B5EF4-FFF2-40B4-BE49-F238E27FC236}">
                <a16:creationId xmlns:a16="http://schemas.microsoft.com/office/drawing/2014/main" id="{B1F88956-DA40-4E1E-B860-50FCA9D88F00}"/>
              </a:ext>
            </a:extLst>
          </p:cNvPr>
          <p:cNvSpPr>
            <a:spLocks xmlns:a="http://schemas.openxmlformats.org/drawingml/2006/main" noGrp="1"/>
          </p:cNvSpPr>
          <p:nvPr/>
        </p:nvSpPr>
        <p:spPr>
          <a:xfrm xmlns:a="http://schemas.openxmlformats.org/drawingml/2006/main">
            <a:off x="4533900" y="2476500"/>
            <a:ext cx="1657350" cy="1390650"/>
          </a:xfrm>
          <a:prstGeom xmlns:a="http://schemas.openxmlformats.org/drawingml/2006/main" prst="roundRect">
            <a:avLst>
              <a:gd name="adj" fmla="val 5479"/>
            </a:avLst>
          </a:prstGeom>
          <a:solidFill xmlns:a="http://schemas.openxmlformats.org/drawingml/2006/main">
            <a:srgbClr val="F1F7FA"/>
          </a:solidFill>
          <a:ln xmlns:a="http://schemas.openxmlformats.org/drawingml/2006/main" w="9525">
            <a:solidFill>
              <a:srgbClr val="BFD6E2"/>
            </a:solidFill>
            <a:prstDash val="solid"/>
          </a:ln>
        </p:spPr>
      </p:sp>
      <p:sp>
        <p:nvSpPr>
          <p:cNvPr id="13" name="">
            <a:extLst xmlns:a="http://schemas.openxmlformats.org/drawingml/2006/main">
              <a:ext uri="{FF2B5EF4-FFF2-40B4-BE49-F238E27FC236}">
                <a16:creationId xmlns:a16="http://schemas.microsoft.com/office/drawing/2014/main" id="{12C60295-4EE3-477F-8F44-D3316DFF0D97}"/>
              </a:ext>
            </a:extLst>
          </p:cNvPr>
          <p:cNvSpPr>
            <a:spLocks xmlns:a="http://schemas.openxmlformats.org/drawingml/2006/main" noGrp="1"/>
          </p:cNvSpPr>
          <p:nvPr/>
        </p:nvSpPr>
        <p:spPr>
          <a:xfrm xmlns:a="http://schemas.openxmlformats.org/drawingml/2006/main">
            <a:off x="4686300" y="2886075"/>
            <a:ext cx="1352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7890A2"/>
                </a:solidFill>
              </a:defRPr>
            </a:pPr>
            <a:r>
              <a:rPr sz="975" b="1" i="0">
                <a:solidFill>
                  <a:srgbClr val="7890A2"/>
                </a:solidFill>
              </a:rPr>
              <a:t>СКРИНШОТ</a:t>
            </a:r>
          </a:p>
        </p:txBody>
      </p:sp>
      <p:sp>
        <p:nvSpPr>
          <p:cNvPr id="14" name="">
            <a:extLst xmlns:a="http://schemas.openxmlformats.org/drawingml/2006/main">
              <a:ext uri="{FF2B5EF4-FFF2-40B4-BE49-F238E27FC236}">
                <a16:creationId xmlns:a16="http://schemas.microsoft.com/office/drawing/2014/main" id="{40D7EA30-0A63-4B8E-991B-56436AAE7458}"/>
              </a:ext>
            </a:extLst>
          </p:cNvPr>
          <p:cNvSpPr>
            <a:spLocks xmlns:a="http://schemas.openxmlformats.org/drawingml/2006/main" noGrp="1"/>
          </p:cNvSpPr>
          <p:nvPr/>
        </p:nvSpPr>
        <p:spPr>
          <a:xfrm xmlns:a="http://schemas.openxmlformats.org/drawingml/2006/main">
            <a:off x="4533900" y="40957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Заказ</a:t>
            </a:r>
          </a:p>
        </p:txBody>
      </p:sp>
      <p:sp>
        <p:nvSpPr>
          <p:cNvPr id="15" name="">
            <a:extLst xmlns:a="http://schemas.openxmlformats.org/drawingml/2006/main">
              <a:ext uri="{FF2B5EF4-FFF2-40B4-BE49-F238E27FC236}">
                <a16:creationId xmlns:a16="http://schemas.microsoft.com/office/drawing/2014/main" id="{AD87570A-E583-442B-8C55-4FB323447A34}"/>
              </a:ext>
            </a:extLst>
          </p:cNvPr>
          <p:cNvSpPr>
            <a:spLocks xmlns:a="http://schemas.openxmlformats.org/drawingml/2006/main" noGrp="1"/>
          </p:cNvSpPr>
          <p:nvPr/>
        </p:nvSpPr>
        <p:spPr>
          <a:xfrm xmlns:a="http://schemas.openxmlformats.org/drawingml/2006/main">
            <a:off x="4533900" y="444817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Номер и итоговая цена</a:t>
            </a:r>
          </a:p>
        </p:txBody>
      </p:sp>
      <p:sp>
        <p:nvSpPr>
          <p:cNvPr id="16" name="">
            <a:extLst xmlns:a="http://schemas.openxmlformats.org/drawingml/2006/main">
              <a:ext uri="{FF2B5EF4-FFF2-40B4-BE49-F238E27FC236}">
                <a16:creationId xmlns:a16="http://schemas.microsoft.com/office/drawing/2014/main" id="{97041DEE-2A6A-49DD-8DEB-76FF3B669290}"/>
              </a:ext>
            </a:extLst>
          </p:cNvPr>
          <p:cNvSpPr>
            <a:spLocks xmlns:a="http://schemas.openxmlformats.org/drawingml/2006/main" noGrp="1"/>
          </p:cNvSpPr>
          <p:nvPr/>
        </p:nvSpPr>
        <p:spPr>
          <a:xfrm xmlns:a="http://schemas.openxmlformats.org/drawingml/2006/main">
            <a:off x="6343650" y="30956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17" name="">
            <a:extLst xmlns:a="http://schemas.openxmlformats.org/drawingml/2006/main">
              <a:ext uri="{FF2B5EF4-FFF2-40B4-BE49-F238E27FC236}">
                <a16:creationId xmlns:a16="http://schemas.microsoft.com/office/drawing/2014/main" id="{522A29ED-61E0-4995-B134-3E67276E857D}"/>
              </a:ext>
            </a:extLst>
          </p:cNvPr>
          <p:cNvSpPr>
            <a:spLocks xmlns:a="http://schemas.openxmlformats.org/drawingml/2006/main" noGrp="1"/>
          </p:cNvSpPr>
          <p:nvPr/>
        </p:nvSpPr>
        <p:spPr>
          <a:xfrm xmlns:a="http://schemas.openxmlformats.org/drawingml/2006/main">
            <a:off x="6705600" y="1762125"/>
            <a:ext cx="2000250" cy="3219450"/>
          </a:xfrm>
          <a:prstGeom xmlns:a="http://schemas.openxmlformats.org/drawingml/2006/main" prst="roundRect">
            <a:avLst>
              <a:gd name="adj" fmla="val 5714"/>
            </a:avLst>
          </a:prstGeom>
          <a:solidFill xmlns:a="http://schemas.openxmlformats.org/drawingml/2006/main">
            <a:srgbClr val="FBFDFE"/>
          </a:solidFill>
          <a:ln xmlns:a="http://schemas.openxmlformats.org/drawingml/2006/main" w="9525">
            <a:solidFill>
              <a:srgbClr val="9ECFE5"/>
            </a:solidFill>
            <a:prstDash val="solid"/>
          </a:ln>
        </p:spPr>
      </p:sp>
      <p:sp>
        <p:nvSpPr>
          <p:cNvPr id="18" name="">
            <a:extLst xmlns:a="http://schemas.openxmlformats.org/drawingml/2006/main">
              <a:ext uri="{FF2B5EF4-FFF2-40B4-BE49-F238E27FC236}">
                <a16:creationId xmlns:a16="http://schemas.microsoft.com/office/drawing/2014/main" id="{C70BB91C-6D02-4762-ABE0-5D5110B291F7}"/>
              </a:ext>
            </a:extLst>
          </p:cNvPr>
          <p:cNvSpPr>
            <a:spLocks xmlns:a="http://schemas.openxmlformats.org/drawingml/2006/main" noGrp="1"/>
          </p:cNvSpPr>
          <p:nvPr/>
        </p:nvSpPr>
        <p:spPr>
          <a:xfrm xmlns:a="http://schemas.openxmlformats.org/drawingml/2006/main">
            <a:off x="6877050" y="1943100"/>
            <a:ext cx="4572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19" name="">
            <a:extLst xmlns:a="http://schemas.openxmlformats.org/drawingml/2006/main">
              <a:ext uri="{FF2B5EF4-FFF2-40B4-BE49-F238E27FC236}">
                <a16:creationId xmlns:a16="http://schemas.microsoft.com/office/drawing/2014/main" id="{6829DFD4-6556-4325-BEBE-9EF1DD4583B0}"/>
              </a:ext>
            </a:extLst>
          </p:cNvPr>
          <p:cNvSpPr>
            <a:spLocks xmlns:a="http://schemas.openxmlformats.org/drawingml/2006/main" noGrp="1"/>
          </p:cNvSpPr>
          <p:nvPr/>
        </p:nvSpPr>
        <p:spPr>
          <a:xfrm xmlns:a="http://schemas.openxmlformats.org/drawingml/2006/main">
            <a:off x="6915150" y="2000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03</a:t>
            </a:r>
          </a:p>
        </p:txBody>
      </p:sp>
      <p:sp>
        <p:nvSpPr>
          <p:cNvPr id="20" name="">
            <a:extLst xmlns:a="http://schemas.openxmlformats.org/drawingml/2006/main">
              <a:ext uri="{FF2B5EF4-FFF2-40B4-BE49-F238E27FC236}">
                <a16:creationId xmlns:a16="http://schemas.microsoft.com/office/drawing/2014/main" id="{CD8CC46A-6ACE-40B0-A8BB-28B2E13D174C}"/>
              </a:ext>
            </a:extLst>
          </p:cNvPr>
          <p:cNvSpPr>
            <a:spLocks xmlns:a="http://schemas.openxmlformats.org/drawingml/2006/main" noGrp="1"/>
          </p:cNvSpPr>
          <p:nvPr/>
        </p:nvSpPr>
        <p:spPr>
          <a:xfrm xmlns:a="http://schemas.openxmlformats.org/drawingml/2006/main">
            <a:off x="6877050" y="2476500"/>
            <a:ext cx="1657350" cy="1390650"/>
          </a:xfrm>
          <a:prstGeom xmlns:a="http://schemas.openxmlformats.org/drawingml/2006/main" prst="roundRect">
            <a:avLst>
              <a:gd name="adj" fmla="val 5479"/>
            </a:avLst>
          </a:prstGeom>
          <a:solidFill xmlns:a="http://schemas.openxmlformats.org/drawingml/2006/main">
            <a:srgbClr val="F1F7FA"/>
          </a:solidFill>
          <a:ln xmlns:a="http://schemas.openxmlformats.org/drawingml/2006/main" w="9525">
            <a:solidFill>
              <a:srgbClr val="BFD6E2"/>
            </a:solidFill>
            <a:prstDash val="solid"/>
          </a:ln>
        </p:spPr>
      </p:sp>
      <p:sp>
        <p:nvSpPr>
          <p:cNvPr id="21" name="">
            <a:extLst xmlns:a="http://schemas.openxmlformats.org/drawingml/2006/main">
              <a:ext uri="{FF2B5EF4-FFF2-40B4-BE49-F238E27FC236}">
                <a16:creationId xmlns:a16="http://schemas.microsoft.com/office/drawing/2014/main" id="{62FB6A78-95F0-4198-86B4-F6948C16B8F8}"/>
              </a:ext>
            </a:extLst>
          </p:cNvPr>
          <p:cNvSpPr>
            <a:spLocks xmlns:a="http://schemas.openxmlformats.org/drawingml/2006/main" noGrp="1"/>
          </p:cNvSpPr>
          <p:nvPr/>
        </p:nvSpPr>
        <p:spPr>
          <a:xfrm xmlns:a="http://schemas.openxmlformats.org/drawingml/2006/main">
            <a:off x="7029450" y="2886075"/>
            <a:ext cx="1352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7890A2"/>
                </a:solidFill>
              </a:defRPr>
            </a:pPr>
            <a:r>
              <a:rPr sz="975" b="1" i="0">
                <a:solidFill>
                  <a:srgbClr val="7890A2"/>
                </a:solidFill>
              </a:rPr>
              <a:t>СКРИНШОТ</a:t>
            </a:r>
          </a:p>
        </p:txBody>
      </p:sp>
      <p:sp>
        <p:nvSpPr>
          <p:cNvPr id="22" name="">
            <a:extLst xmlns:a="http://schemas.openxmlformats.org/drawingml/2006/main">
              <a:ext uri="{FF2B5EF4-FFF2-40B4-BE49-F238E27FC236}">
                <a16:creationId xmlns:a16="http://schemas.microsoft.com/office/drawing/2014/main" id="{990FC379-BBC2-48CD-A6D6-940942E99EF0}"/>
              </a:ext>
            </a:extLst>
          </p:cNvPr>
          <p:cNvSpPr>
            <a:spLocks xmlns:a="http://schemas.openxmlformats.org/drawingml/2006/main" noGrp="1"/>
          </p:cNvSpPr>
          <p:nvPr/>
        </p:nvSpPr>
        <p:spPr>
          <a:xfrm xmlns:a="http://schemas.openxmlformats.org/drawingml/2006/main">
            <a:off x="6877050" y="40957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Оплата</a:t>
            </a:r>
          </a:p>
        </p:txBody>
      </p:sp>
      <p:sp>
        <p:nvSpPr>
          <p:cNvPr id="23" name="">
            <a:extLst xmlns:a="http://schemas.openxmlformats.org/drawingml/2006/main">
              <a:ext uri="{FF2B5EF4-FFF2-40B4-BE49-F238E27FC236}">
                <a16:creationId xmlns:a16="http://schemas.microsoft.com/office/drawing/2014/main" id="{B65994E0-961C-427A-AF7F-208BC3B72A39}"/>
              </a:ext>
            </a:extLst>
          </p:cNvPr>
          <p:cNvSpPr>
            <a:spLocks xmlns:a="http://schemas.openxmlformats.org/drawingml/2006/main" noGrp="1"/>
          </p:cNvSpPr>
          <p:nvPr/>
        </p:nvSpPr>
        <p:spPr>
          <a:xfrm xmlns:a="http://schemas.openxmlformats.org/drawingml/2006/main">
            <a:off x="6877050" y="444817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Одна понятная кнопка</a:t>
            </a:r>
          </a:p>
        </p:txBody>
      </p:sp>
      <p:sp>
        <p:nvSpPr>
          <p:cNvPr id="24" name="">
            <a:extLst xmlns:a="http://schemas.openxmlformats.org/drawingml/2006/main">
              <a:ext uri="{FF2B5EF4-FFF2-40B4-BE49-F238E27FC236}">
                <a16:creationId xmlns:a16="http://schemas.microsoft.com/office/drawing/2014/main" id="{F21135B3-F8E4-402C-96A3-51F764D7C766}"/>
              </a:ext>
            </a:extLst>
          </p:cNvPr>
          <p:cNvSpPr>
            <a:spLocks xmlns:a="http://schemas.openxmlformats.org/drawingml/2006/main" noGrp="1"/>
          </p:cNvSpPr>
          <p:nvPr/>
        </p:nvSpPr>
        <p:spPr>
          <a:xfrm xmlns:a="http://schemas.openxmlformats.org/drawingml/2006/main">
            <a:off x="8686800" y="30956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25" name="">
            <a:extLst xmlns:a="http://schemas.openxmlformats.org/drawingml/2006/main">
              <a:ext uri="{FF2B5EF4-FFF2-40B4-BE49-F238E27FC236}">
                <a16:creationId xmlns:a16="http://schemas.microsoft.com/office/drawing/2014/main" id="{32950530-B2B6-4BF5-A51B-E2AEB59C60BB}"/>
              </a:ext>
            </a:extLst>
          </p:cNvPr>
          <p:cNvSpPr>
            <a:spLocks xmlns:a="http://schemas.openxmlformats.org/drawingml/2006/main" noGrp="1"/>
          </p:cNvSpPr>
          <p:nvPr/>
        </p:nvSpPr>
        <p:spPr>
          <a:xfrm xmlns:a="http://schemas.openxmlformats.org/drawingml/2006/main">
            <a:off x="9048750" y="1762125"/>
            <a:ext cx="2000250" cy="3219450"/>
          </a:xfrm>
          <a:prstGeom xmlns:a="http://schemas.openxmlformats.org/drawingml/2006/main" prst="roundRect">
            <a:avLst>
              <a:gd name="adj" fmla="val 5714"/>
            </a:avLst>
          </a:prstGeom>
          <a:solidFill xmlns:a="http://schemas.openxmlformats.org/drawingml/2006/main">
            <a:srgbClr val="FBFDFE"/>
          </a:solidFill>
          <a:ln xmlns:a="http://schemas.openxmlformats.org/drawingml/2006/main" w="9525">
            <a:solidFill>
              <a:srgbClr val="9ECFE5"/>
            </a:solidFill>
            <a:prstDash val="solid"/>
          </a:ln>
        </p:spPr>
      </p:sp>
      <p:sp>
        <p:nvSpPr>
          <p:cNvPr id="26" name="">
            <a:extLst xmlns:a="http://schemas.openxmlformats.org/drawingml/2006/main">
              <a:ext uri="{FF2B5EF4-FFF2-40B4-BE49-F238E27FC236}">
                <a16:creationId xmlns:a16="http://schemas.microsoft.com/office/drawing/2014/main" id="{8538EF32-4DF5-433B-81B1-36B37FAB66AE}"/>
              </a:ext>
            </a:extLst>
          </p:cNvPr>
          <p:cNvSpPr>
            <a:spLocks xmlns:a="http://schemas.openxmlformats.org/drawingml/2006/main" noGrp="1"/>
          </p:cNvSpPr>
          <p:nvPr/>
        </p:nvSpPr>
        <p:spPr>
          <a:xfrm xmlns:a="http://schemas.openxmlformats.org/drawingml/2006/main">
            <a:off x="9220200" y="1943100"/>
            <a:ext cx="4572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27" name="">
            <a:extLst xmlns:a="http://schemas.openxmlformats.org/drawingml/2006/main">
              <a:ext uri="{FF2B5EF4-FFF2-40B4-BE49-F238E27FC236}">
                <a16:creationId xmlns:a16="http://schemas.microsoft.com/office/drawing/2014/main" id="{2BACC012-40E8-466C-B977-37A99CFD41BC}"/>
              </a:ext>
            </a:extLst>
          </p:cNvPr>
          <p:cNvSpPr>
            <a:spLocks xmlns:a="http://schemas.openxmlformats.org/drawingml/2006/main" noGrp="1"/>
          </p:cNvSpPr>
          <p:nvPr/>
        </p:nvSpPr>
        <p:spPr>
          <a:xfrm xmlns:a="http://schemas.openxmlformats.org/drawingml/2006/main">
            <a:off x="9258300" y="2000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04</a:t>
            </a:r>
          </a:p>
        </p:txBody>
      </p:sp>
      <p:sp>
        <p:nvSpPr>
          <p:cNvPr id="28" name="">
            <a:extLst xmlns:a="http://schemas.openxmlformats.org/drawingml/2006/main">
              <a:ext uri="{FF2B5EF4-FFF2-40B4-BE49-F238E27FC236}">
                <a16:creationId xmlns:a16="http://schemas.microsoft.com/office/drawing/2014/main" id="{EF2192B3-E72A-4C01-A38F-29D528CF2F3C}"/>
              </a:ext>
            </a:extLst>
          </p:cNvPr>
          <p:cNvSpPr>
            <a:spLocks xmlns:a="http://schemas.openxmlformats.org/drawingml/2006/main" noGrp="1"/>
          </p:cNvSpPr>
          <p:nvPr/>
        </p:nvSpPr>
        <p:spPr>
          <a:xfrm xmlns:a="http://schemas.openxmlformats.org/drawingml/2006/main">
            <a:off x="9220200" y="2476500"/>
            <a:ext cx="1657350" cy="1390650"/>
          </a:xfrm>
          <a:prstGeom xmlns:a="http://schemas.openxmlformats.org/drawingml/2006/main" prst="roundRect">
            <a:avLst>
              <a:gd name="adj" fmla="val 5479"/>
            </a:avLst>
          </a:prstGeom>
          <a:solidFill xmlns:a="http://schemas.openxmlformats.org/drawingml/2006/main">
            <a:srgbClr val="F1F7FA"/>
          </a:solidFill>
          <a:ln xmlns:a="http://schemas.openxmlformats.org/drawingml/2006/main" w="9525">
            <a:solidFill>
              <a:srgbClr val="BFD6E2"/>
            </a:solidFill>
            <a:prstDash val="solid"/>
          </a:ln>
        </p:spPr>
      </p:sp>
      <p:sp>
        <p:nvSpPr>
          <p:cNvPr id="29" name="">
            <a:extLst xmlns:a="http://schemas.openxmlformats.org/drawingml/2006/main">
              <a:ext uri="{FF2B5EF4-FFF2-40B4-BE49-F238E27FC236}">
                <a16:creationId xmlns:a16="http://schemas.microsoft.com/office/drawing/2014/main" id="{4D55E542-F809-4540-91F1-CBFEE8CCA0E9}"/>
              </a:ext>
            </a:extLst>
          </p:cNvPr>
          <p:cNvSpPr>
            <a:spLocks xmlns:a="http://schemas.openxmlformats.org/drawingml/2006/main" noGrp="1"/>
          </p:cNvSpPr>
          <p:nvPr/>
        </p:nvSpPr>
        <p:spPr>
          <a:xfrm xmlns:a="http://schemas.openxmlformats.org/drawingml/2006/main">
            <a:off x="9372600" y="2886075"/>
            <a:ext cx="1352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7890A2"/>
                </a:solidFill>
              </a:defRPr>
            </a:pPr>
            <a:r>
              <a:rPr sz="975" b="1" i="0">
                <a:solidFill>
                  <a:srgbClr val="7890A2"/>
                </a:solidFill>
              </a:rPr>
              <a:t>СКРИНШОТ</a:t>
            </a:r>
          </a:p>
        </p:txBody>
      </p:sp>
      <p:sp>
        <p:nvSpPr>
          <p:cNvPr id="30" name="">
            <a:extLst xmlns:a="http://schemas.openxmlformats.org/drawingml/2006/main">
              <a:ext uri="{FF2B5EF4-FFF2-40B4-BE49-F238E27FC236}">
                <a16:creationId xmlns:a16="http://schemas.microsoft.com/office/drawing/2014/main" id="{EA7E1850-A946-48E2-86B7-3CBD4818C6C7}"/>
              </a:ext>
            </a:extLst>
          </p:cNvPr>
          <p:cNvSpPr>
            <a:spLocks xmlns:a="http://schemas.openxmlformats.org/drawingml/2006/main" noGrp="1"/>
          </p:cNvSpPr>
          <p:nvPr/>
        </p:nvSpPr>
        <p:spPr>
          <a:xfrm xmlns:a="http://schemas.openxmlformats.org/drawingml/2006/main">
            <a:off x="9220200" y="40957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Готово</a:t>
            </a:r>
          </a:p>
        </p:txBody>
      </p:sp>
      <p:sp>
        <p:nvSpPr>
          <p:cNvPr id="31" name="">
            <a:extLst xmlns:a="http://schemas.openxmlformats.org/drawingml/2006/main">
              <a:ext uri="{FF2B5EF4-FFF2-40B4-BE49-F238E27FC236}">
                <a16:creationId xmlns:a16="http://schemas.microsoft.com/office/drawing/2014/main" id="{6561B78C-1141-46D0-B1B5-23D078027D80}"/>
              </a:ext>
            </a:extLst>
          </p:cNvPr>
          <p:cNvSpPr>
            <a:spLocks xmlns:a="http://schemas.openxmlformats.org/drawingml/2006/main" noGrp="1"/>
          </p:cNvSpPr>
          <p:nvPr/>
        </p:nvSpPr>
        <p:spPr>
          <a:xfrm xmlns:a="http://schemas.openxmlformats.org/drawingml/2006/main">
            <a:off x="9220200" y="4448175"/>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Финальный статус заказа</a:t>
            </a:r>
          </a:p>
        </p:txBody>
      </p:sp>
      <p:sp>
        <p:nvSpPr>
          <p:cNvPr id="32" name="">
            <a:extLst xmlns:a="http://schemas.openxmlformats.org/drawingml/2006/main">
              <a:ext uri="{FF2B5EF4-FFF2-40B4-BE49-F238E27FC236}">
                <a16:creationId xmlns:a16="http://schemas.microsoft.com/office/drawing/2014/main" id="{0B6FB946-36EE-4BE2-AF53-7B9E48D274EE}"/>
              </a:ext>
            </a:extLst>
          </p:cNvPr>
          <p:cNvSpPr>
            <a:spLocks xmlns:a="http://schemas.openxmlformats.org/drawingml/2006/main" noGrp="1"/>
          </p:cNvSpPr>
          <p:nvPr/>
        </p:nvSpPr>
        <p:spPr>
          <a:xfrm xmlns:a="http://schemas.openxmlformats.org/drawingml/2006/main">
            <a:off x="4362450" y="5257800"/>
            <a:ext cx="668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29ED9"/>
                </a:solidFill>
              </a:defRPr>
            </a:pPr>
            <a:r>
              <a:rPr sz="1350" b="1" i="0">
                <a:solidFill>
                  <a:srgbClr val="229ED9"/>
                </a:solidFill>
              </a:rPr>
              <a:t>Короткий путь без сайтов, форм и лишних действий.</a:t>
            </a:r>
          </a:p>
        </p:txBody>
      </p:sp>
      <p:sp>
        <p:nvSpPr>
          <p:cNvPr id="33" name="">
            <a:extLst xmlns:a="http://schemas.openxmlformats.org/drawingml/2006/main">
              <a:ext uri="{FF2B5EF4-FFF2-40B4-BE49-F238E27FC236}">
                <a16:creationId xmlns:a16="http://schemas.microsoft.com/office/drawing/2014/main" id="{5C7A2A16-A457-4CC7-9769-F27D23EB99FA}"/>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34" name="">
            <a:extLst xmlns:a="http://schemas.openxmlformats.org/drawingml/2006/main">
              <a:ext uri="{FF2B5EF4-FFF2-40B4-BE49-F238E27FC236}">
                <a16:creationId xmlns:a16="http://schemas.microsoft.com/office/drawing/2014/main" id="{7F0B4016-6BBC-4895-BD27-85A280AE3537}"/>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7387"/>
                </a:solidFill>
              </a:defRPr>
            </a:pPr>
            <a:r>
              <a:rPr sz="900" b="1" i="0">
                <a:solidFill>
                  <a:srgbClr val="5F7387"/>
                </a:solidFill>
              </a:rPr>
              <a:t>TerStars</a:t>
            </a:r>
          </a:p>
        </p:txBody>
      </p:sp>
      <p:sp>
        <p:nvSpPr>
          <p:cNvPr id="35" name="">
            <a:extLst xmlns:a="http://schemas.openxmlformats.org/drawingml/2006/main">
              <a:ext uri="{FF2B5EF4-FFF2-40B4-BE49-F238E27FC236}">
                <a16:creationId xmlns:a16="http://schemas.microsoft.com/office/drawing/2014/main" id="{3A987981-E358-4702-8B8B-535337FCED01}"/>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03</a:t>
            </a:r>
          </a:p>
        </p:txBody>
      </p:sp>
    </p:spTree>
    <p:extLst>
      <p:ext uri="{BB962C8B-B14F-4D97-AF65-F5344CB8AC3E}">
        <p14:creationId xmlns:p14="http://schemas.microsoft.com/office/powerpoint/2010/main" val="1442109767"/>
      </p:ext>
    </p:extLst>
  </p:cSld>
</p:sld>
</file>

<file path=ppt/slides/slide4.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5F2B9FD7-2985-4C0E-9515-633EAFD4140C}"/>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C7F3"/>
                </a:solidFill>
              </a:defRPr>
            </a:pPr>
            <a:r>
              <a:rPr sz="975" b="1" i="0">
                <a:solidFill>
                  <a:srgbClr val="55C7F3"/>
                </a:solidFill>
              </a:rPr>
              <a:t>ДЕНЕЖНЫЙ КОНТУР</a:t>
            </a:r>
          </a:p>
        </p:txBody>
      </p:sp>
      <p:sp>
        <p:nvSpPr>
          <p:cNvPr id="2" name="">
            <a:extLst xmlns:a="http://schemas.openxmlformats.org/drawingml/2006/main">
              <a:ext uri="{FF2B5EF4-FFF2-40B4-BE49-F238E27FC236}">
                <a16:creationId xmlns:a16="http://schemas.microsoft.com/office/drawing/2014/main" id="{4BB448FD-B976-478F-AADB-32B3BDF09E47}"/>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FFFFFF"/>
                </a:solidFill>
              </a:defRPr>
            </a:pPr>
            <a:r>
              <a:rPr sz="2925" b="1" i="0">
                <a:solidFill>
                  <a:srgbClr val="FFFFFF"/>
                </a:solidFill>
              </a:rPr>
              <a:t>Покупка запускается только после подтверждённой оплаты</a:t>
            </a:r>
          </a:p>
        </p:txBody>
      </p:sp>
      <p:sp>
        <p:nvSpPr>
          <p:cNvPr id="3" name="">
            <a:extLst xmlns:a="http://schemas.openxmlformats.org/drawingml/2006/main">
              <a:ext uri="{FF2B5EF4-FFF2-40B4-BE49-F238E27FC236}">
                <a16:creationId xmlns:a16="http://schemas.microsoft.com/office/drawing/2014/main" id="{97498E3A-1331-48C4-8B77-1ED729ACF814}"/>
              </a:ext>
            </a:extLst>
          </p:cNvPr>
          <p:cNvSpPr>
            <a:spLocks xmlns:a="http://schemas.openxmlformats.org/drawingml/2006/main" noGrp="1"/>
          </p:cNvSpPr>
          <p:nvPr/>
        </p:nvSpPr>
        <p:spPr>
          <a:xfrm xmlns:a="http://schemas.openxmlformats.org/drawingml/2006/main">
            <a:off x="514350" y="1543050"/>
            <a:ext cx="1352550" cy="1066800"/>
          </a:xfrm>
          <a:prstGeom xmlns:a="http://schemas.openxmlformats.org/drawingml/2006/main" prst="roundRect">
            <a:avLst>
              <a:gd name="adj" fmla="val 10714"/>
            </a:avLst>
          </a:prstGeom>
          <a:solidFill xmlns:a="http://schemas.openxmlformats.org/drawingml/2006/main">
            <a:srgbClr val="102C47"/>
          </a:solidFill>
          <a:ln xmlns:a="http://schemas.openxmlformats.org/drawingml/2006/main" w="9525">
            <a:solidFill>
              <a:srgbClr val="2B5373"/>
            </a:solidFill>
            <a:prstDash val="solid"/>
          </a:ln>
        </p:spPr>
      </p:sp>
      <p:sp>
        <p:nvSpPr>
          <p:cNvPr id="4" name="">
            <a:extLst xmlns:a="http://schemas.openxmlformats.org/drawingml/2006/main">
              <a:ext uri="{FF2B5EF4-FFF2-40B4-BE49-F238E27FC236}">
                <a16:creationId xmlns:a16="http://schemas.microsoft.com/office/drawing/2014/main" id="{F0101970-1BB9-4736-93C6-766D10719788}"/>
              </a:ext>
            </a:extLst>
          </p:cNvPr>
          <p:cNvSpPr>
            <a:spLocks xmlns:a="http://schemas.openxmlformats.org/drawingml/2006/main" noGrp="1"/>
          </p:cNvSpPr>
          <p:nvPr/>
        </p:nvSpPr>
        <p:spPr>
          <a:xfrm xmlns:a="http://schemas.openxmlformats.org/drawingml/2006/main">
            <a:off x="60960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Telegram</a:t>
            </a:r>
          </a:p>
        </p:txBody>
      </p:sp>
      <p:sp>
        <p:nvSpPr>
          <p:cNvPr id="5" name="">
            <a:extLst xmlns:a="http://schemas.openxmlformats.org/drawingml/2006/main">
              <a:ext uri="{FF2B5EF4-FFF2-40B4-BE49-F238E27FC236}">
                <a16:creationId xmlns:a16="http://schemas.microsoft.com/office/drawing/2014/main" id="{7CBA6420-668B-4AD7-ABFD-8D0BFBDE21BE}"/>
              </a:ext>
            </a:extLst>
          </p:cNvPr>
          <p:cNvSpPr>
            <a:spLocks xmlns:a="http://schemas.openxmlformats.org/drawingml/2006/main" noGrp="1"/>
          </p:cNvSpPr>
          <p:nvPr/>
        </p:nvSpPr>
        <p:spPr>
          <a:xfrm xmlns:a="http://schemas.openxmlformats.org/drawingml/2006/main">
            <a:off x="60960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пользователь</a:t>
            </a:r>
          </a:p>
        </p:txBody>
      </p:sp>
      <p:sp>
        <p:nvSpPr>
          <p:cNvPr id="6" name="">
            <a:extLst xmlns:a="http://schemas.openxmlformats.org/drawingml/2006/main">
              <a:ext uri="{FF2B5EF4-FFF2-40B4-BE49-F238E27FC236}">
                <a16:creationId xmlns:a16="http://schemas.microsoft.com/office/drawing/2014/main" id="{BB15E562-1B49-47A0-8D28-68A5D73CE54E}"/>
              </a:ext>
            </a:extLst>
          </p:cNvPr>
          <p:cNvSpPr>
            <a:spLocks xmlns:a="http://schemas.openxmlformats.org/drawingml/2006/main" noGrp="1"/>
          </p:cNvSpPr>
          <p:nvPr/>
        </p:nvSpPr>
        <p:spPr>
          <a:xfrm xmlns:a="http://schemas.openxmlformats.org/drawingml/2006/main">
            <a:off x="1866900" y="18669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7" name="">
            <a:extLst xmlns:a="http://schemas.openxmlformats.org/drawingml/2006/main">
              <a:ext uri="{FF2B5EF4-FFF2-40B4-BE49-F238E27FC236}">
                <a16:creationId xmlns:a16="http://schemas.microsoft.com/office/drawing/2014/main" id="{4A4A90D0-036A-49DE-9D1A-A1274771BAE3}"/>
              </a:ext>
            </a:extLst>
          </p:cNvPr>
          <p:cNvSpPr>
            <a:spLocks xmlns:a="http://schemas.openxmlformats.org/drawingml/2006/main" noGrp="1"/>
          </p:cNvSpPr>
          <p:nvPr/>
        </p:nvSpPr>
        <p:spPr>
          <a:xfrm xmlns:a="http://schemas.openxmlformats.org/drawingml/2006/main">
            <a:off x="2171700" y="1543050"/>
            <a:ext cx="1352550" cy="1066800"/>
          </a:xfrm>
          <a:prstGeom xmlns:a="http://schemas.openxmlformats.org/drawingml/2006/main" prst="roundRect">
            <a:avLst>
              <a:gd name="adj" fmla="val 10714"/>
            </a:avLst>
          </a:prstGeom>
          <a:solidFill xmlns:a="http://schemas.openxmlformats.org/drawingml/2006/main">
            <a:srgbClr val="102C47"/>
          </a:solidFill>
          <a:ln xmlns:a="http://schemas.openxmlformats.org/drawingml/2006/main" w="9525">
            <a:solidFill>
              <a:srgbClr val="2B5373"/>
            </a:solidFill>
            <a:prstDash val="solid"/>
          </a:ln>
        </p:spPr>
      </p:sp>
      <p:sp>
        <p:nvSpPr>
          <p:cNvPr id="8" name="">
            <a:extLst xmlns:a="http://schemas.openxmlformats.org/drawingml/2006/main">
              <a:ext uri="{FF2B5EF4-FFF2-40B4-BE49-F238E27FC236}">
                <a16:creationId xmlns:a16="http://schemas.microsoft.com/office/drawing/2014/main" id="{F6C976AB-3B8B-4A28-80BF-61B6550C5871}"/>
              </a:ext>
            </a:extLst>
          </p:cNvPr>
          <p:cNvSpPr>
            <a:spLocks xmlns:a="http://schemas.openxmlformats.org/drawingml/2006/main" noGrp="1"/>
          </p:cNvSpPr>
          <p:nvPr/>
        </p:nvSpPr>
        <p:spPr>
          <a:xfrm xmlns:a="http://schemas.openxmlformats.org/drawingml/2006/main">
            <a:off x="226695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Bot</a:t>
            </a:r>
          </a:p>
        </p:txBody>
      </p:sp>
      <p:sp>
        <p:nvSpPr>
          <p:cNvPr id="9" name="">
            <a:extLst xmlns:a="http://schemas.openxmlformats.org/drawingml/2006/main">
              <a:ext uri="{FF2B5EF4-FFF2-40B4-BE49-F238E27FC236}">
                <a16:creationId xmlns:a16="http://schemas.microsoft.com/office/drawing/2014/main" id="{A89EDC0F-8B47-4A32-8655-473FA5E13CEB}"/>
              </a:ext>
            </a:extLst>
          </p:cNvPr>
          <p:cNvSpPr>
            <a:spLocks xmlns:a="http://schemas.openxmlformats.org/drawingml/2006/main" noGrp="1"/>
          </p:cNvSpPr>
          <p:nvPr/>
        </p:nvSpPr>
        <p:spPr>
          <a:xfrm xmlns:a="http://schemas.openxmlformats.org/drawingml/2006/main">
            <a:off x="226695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polling + UI</a:t>
            </a:r>
          </a:p>
        </p:txBody>
      </p:sp>
      <p:sp>
        <p:nvSpPr>
          <p:cNvPr id="10" name="">
            <a:extLst xmlns:a="http://schemas.openxmlformats.org/drawingml/2006/main">
              <a:ext uri="{FF2B5EF4-FFF2-40B4-BE49-F238E27FC236}">
                <a16:creationId xmlns:a16="http://schemas.microsoft.com/office/drawing/2014/main" id="{0B823BC0-AC06-4A5E-A7EC-48CA902D5C35}"/>
              </a:ext>
            </a:extLst>
          </p:cNvPr>
          <p:cNvSpPr>
            <a:spLocks xmlns:a="http://schemas.openxmlformats.org/drawingml/2006/main" noGrp="1"/>
          </p:cNvSpPr>
          <p:nvPr/>
        </p:nvSpPr>
        <p:spPr>
          <a:xfrm xmlns:a="http://schemas.openxmlformats.org/drawingml/2006/main">
            <a:off x="3524250" y="18669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11" name="">
            <a:extLst xmlns:a="http://schemas.openxmlformats.org/drawingml/2006/main">
              <a:ext uri="{FF2B5EF4-FFF2-40B4-BE49-F238E27FC236}">
                <a16:creationId xmlns:a16="http://schemas.microsoft.com/office/drawing/2014/main" id="{F5EBCB0D-4229-47D4-AFAB-7556ECEE7720}"/>
              </a:ext>
            </a:extLst>
          </p:cNvPr>
          <p:cNvSpPr>
            <a:spLocks xmlns:a="http://schemas.openxmlformats.org/drawingml/2006/main" noGrp="1"/>
          </p:cNvSpPr>
          <p:nvPr/>
        </p:nvSpPr>
        <p:spPr>
          <a:xfrm xmlns:a="http://schemas.openxmlformats.org/drawingml/2006/main">
            <a:off x="3829050" y="1543050"/>
            <a:ext cx="1352550" cy="1066800"/>
          </a:xfrm>
          <a:prstGeom xmlns:a="http://schemas.openxmlformats.org/drawingml/2006/main" prst="roundRect">
            <a:avLst>
              <a:gd name="adj" fmla="val 10714"/>
            </a:avLst>
          </a:prstGeom>
          <a:solidFill xmlns:a="http://schemas.openxmlformats.org/drawingml/2006/main">
            <a:srgbClr val="102C47"/>
          </a:solidFill>
          <a:ln xmlns:a="http://schemas.openxmlformats.org/drawingml/2006/main" w="9525">
            <a:solidFill>
              <a:srgbClr val="2B5373"/>
            </a:solidFill>
            <a:prstDash val="solid"/>
          </a:ln>
        </p:spPr>
      </p:sp>
      <p:sp>
        <p:nvSpPr>
          <p:cNvPr id="12" name="">
            <a:extLst xmlns:a="http://schemas.openxmlformats.org/drawingml/2006/main">
              <a:ext uri="{FF2B5EF4-FFF2-40B4-BE49-F238E27FC236}">
                <a16:creationId xmlns:a16="http://schemas.microsoft.com/office/drawing/2014/main" id="{EAAA8359-5DAE-485C-AE17-FEC5497BDBA6}"/>
              </a:ext>
            </a:extLst>
          </p:cNvPr>
          <p:cNvSpPr>
            <a:spLocks xmlns:a="http://schemas.openxmlformats.org/drawingml/2006/main" noGrp="1"/>
          </p:cNvSpPr>
          <p:nvPr/>
        </p:nvSpPr>
        <p:spPr>
          <a:xfrm xmlns:a="http://schemas.openxmlformats.org/drawingml/2006/main">
            <a:off x="392430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Order Service</a:t>
            </a:r>
          </a:p>
        </p:txBody>
      </p:sp>
      <p:sp>
        <p:nvSpPr>
          <p:cNvPr id="13" name="">
            <a:extLst xmlns:a="http://schemas.openxmlformats.org/drawingml/2006/main">
              <a:ext uri="{FF2B5EF4-FFF2-40B4-BE49-F238E27FC236}">
                <a16:creationId xmlns:a16="http://schemas.microsoft.com/office/drawing/2014/main" id="{A049BDCF-73A5-429A-9A8B-909957CE720C}"/>
              </a:ext>
            </a:extLst>
          </p:cNvPr>
          <p:cNvSpPr>
            <a:spLocks xmlns:a="http://schemas.openxmlformats.org/drawingml/2006/main" noGrp="1"/>
          </p:cNvSpPr>
          <p:nvPr/>
        </p:nvSpPr>
        <p:spPr>
          <a:xfrm xmlns:a="http://schemas.openxmlformats.org/drawingml/2006/main">
            <a:off x="392430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фиксирует заказ</a:t>
            </a:r>
          </a:p>
        </p:txBody>
      </p:sp>
      <p:sp>
        <p:nvSpPr>
          <p:cNvPr id="14" name="">
            <a:extLst xmlns:a="http://schemas.openxmlformats.org/drawingml/2006/main">
              <a:ext uri="{FF2B5EF4-FFF2-40B4-BE49-F238E27FC236}">
                <a16:creationId xmlns:a16="http://schemas.microsoft.com/office/drawing/2014/main" id="{71B0080D-F7BD-4B5A-A2D3-EAF1A268C10E}"/>
              </a:ext>
            </a:extLst>
          </p:cNvPr>
          <p:cNvSpPr>
            <a:spLocks xmlns:a="http://schemas.openxmlformats.org/drawingml/2006/main" noGrp="1"/>
          </p:cNvSpPr>
          <p:nvPr/>
        </p:nvSpPr>
        <p:spPr>
          <a:xfrm xmlns:a="http://schemas.openxmlformats.org/drawingml/2006/main">
            <a:off x="5181600" y="18669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15" name="">
            <a:extLst xmlns:a="http://schemas.openxmlformats.org/drawingml/2006/main">
              <a:ext uri="{FF2B5EF4-FFF2-40B4-BE49-F238E27FC236}">
                <a16:creationId xmlns:a16="http://schemas.microsoft.com/office/drawing/2014/main" id="{283A9414-5F03-41B0-B958-4840DF735980}"/>
              </a:ext>
            </a:extLst>
          </p:cNvPr>
          <p:cNvSpPr>
            <a:spLocks xmlns:a="http://schemas.openxmlformats.org/drawingml/2006/main" noGrp="1"/>
          </p:cNvSpPr>
          <p:nvPr/>
        </p:nvSpPr>
        <p:spPr>
          <a:xfrm xmlns:a="http://schemas.openxmlformats.org/drawingml/2006/main">
            <a:off x="5486400" y="1543050"/>
            <a:ext cx="1352550" cy="1066800"/>
          </a:xfrm>
          <a:prstGeom xmlns:a="http://schemas.openxmlformats.org/drawingml/2006/main" prst="roundRect">
            <a:avLst>
              <a:gd name="adj" fmla="val 10714"/>
            </a:avLst>
          </a:prstGeom>
          <a:solidFill xmlns:a="http://schemas.openxmlformats.org/drawingml/2006/main">
            <a:srgbClr val="102C47"/>
          </a:solidFill>
          <a:ln xmlns:a="http://schemas.openxmlformats.org/drawingml/2006/main" w="9525">
            <a:solidFill>
              <a:srgbClr val="2B5373"/>
            </a:solidFill>
            <a:prstDash val="solid"/>
          </a:ln>
        </p:spPr>
      </p:sp>
      <p:sp>
        <p:nvSpPr>
          <p:cNvPr id="16" name="">
            <a:extLst xmlns:a="http://schemas.openxmlformats.org/drawingml/2006/main">
              <a:ext uri="{FF2B5EF4-FFF2-40B4-BE49-F238E27FC236}">
                <a16:creationId xmlns:a16="http://schemas.microsoft.com/office/drawing/2014/main" id="{0776D389-1DF7-4121-9E55-EE382FD241D4}"/>
              </a:ext>
            </a:extLst>
          </p:cNvPr>
          <p:cNvSpPr>
            <a:spLocks xmlns:a="http://schemas.openxmlformats.org/drawingml/2006/main" noGrp="1"/>
          </p:cNvSpPr>
          <p:nvPr/>
        </p:nvSpPr>
        <p:spPr>
          <a:xfrm xmlns:a="http://schemas.openxmlformats.org/drawingml/2006/main">
            <a:off x="558165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YooKassa</a:t>
            </a:r>
          </a:p>
        </p:txBody>
      </p:sp>
      <p:sp>
        <p:nvSpPr>
          <p:cNvPr id="17" name="">
            <a:extLst xmlns:a="http://schemas.openxmlformats.org/drawingml/2006/main">
              <a:ext uri="{FF2B5EF4-FFF2-40B4-BE49-F238E27FC236}">
                <a16:creationId xmlns:a16="http://schemas.microsoft.com/office/drawing/2014/main" id="{DB9CCA4C-AB8A-4E32-BA66-CD9F196C6E10}"/>
              </a:ext>
            </a:extLst>
          </p:cNvPr>
          <p:cNvSpPr>
            <a:spLocks xmlns:a="http://schemas.openxmlformats.org/drawingml/2006/main" noGrp="1"/>
          </p:cNvSpPr>
          <p:nvPr/>
        </p:nvSpPr>
        <p:spPr>
          <a:xfrm xmlns:a="http://schemas.openxmlformats.org/drawingml/2006/main">
            <a:off x="558165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создаёт платёж</a:t>
            </a:r>
          </a:p>
        </p:txBody>
      </p:sp>
      <p:sp>
        <p:nvSpPr>
          <p:cNvPr id="18" name="">
            <a:extLst xmlns:a="http://schemas.openxmlformats.org/drawingml/2006/main">
              <a:ext uri="{FF2B5EF4-FFF2-40B4-BE49-F238E27FC236}">
                <a16:creationId xmlns:a16="http://schemas.microsoft.com/office/drawing/2014/main" id="{CC5F6F37-1E9F-4387-B196-E99024FD0680}"/>
              </a:ext>
            </a:extLst>
          </p:cNvPr>
          <p:cNvSpPr>
            <a:spLocks xmlns:a="http://schemas.openxmlformats.org/drawingml/2006/main" noGrp="1"/>
          </p:cNvSpPr>
          <p:nvPr/>
        </p:nvSpPr>
        <p:spPr>
          <a:xfrm xmlns:a="http://schemas.openxmlformats.org/drawingml/2006/main">
            <a:off x="6838950" y="18669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19" name="">
            <a:extLst xmlns:a="http://schemas.openxmlformats.org/drawingml/2006/main">
              <a:ext uri="{FF2B5EF4-FFF2-40B4-BE49-F238E27FC236}">
                <a16:creationId xmlns:a16="http://schemas.microsoft.com/office/drawing/2014/main" id="{9EEBA9E3-18A3-47D6-995F-4F53D1A32D3D}"/>
              </a:ext>
            </a:extLst>
          </p:cNvPr>
          <p:cNvSpPr>
            <a:spLocks xmlns:a="http://schemas.openxmlformats.org/drawingml/2006/main" noGrp="1"/>
          </p:cNvSpPr>
          <p:nvPr/>
        </p:nvSpPr>
        <p:spPr>
          <a:xfrm xmlns:a="http://schemas.openxmlformats.org/drawingml/2006/main">
            <a:off x="7143750" y="1543050"/>
            <a:ext cx="1352550" cy="1066800"/>
          </a:xfrm>
          <a:prstGeom xmlns:a="http://schemas.openxmlformats.org/drawingml/2006/main" prst="roundRect">
            <a:avLst>
              <a:gd name="adj" fmla="val 10714"/>
            </a:avLst>
          </a:prstGeom>
          <a:solidFill xmlns:a="http://schemas.openxmlformats.org/drawingml/2006/main">
            <a:srgbClr val="102C47"/>
          </a:solidFill>
          <a:ln xmlns:a="http://schemas.openxmlformats.org/drawingml/2006/main" w="9525">
            <a:solidFill>
              <a:srgbClr val="2B5373"/>
            </a:solidFill>
            <a:prstDash val="solid"/>
          </a:ln>
        </p:spPr>
      </p:sp>
      <p:sp>
        <p:nvSpPr>
          <p:cNvPr id="20" name="">
            <a:extLst xmlns:a="http://schemas.openxmlformats.org/drawingml/2006/main">
              <a:ext uri="{FF2B5EF4-FFF2-40B4-BE49-F238E27FC236}">
                <a16:creationId xmlns:a16="http://schemas.microsoft.com/office/drawing/2014/main" id="{87AEF687-5CCF-4343-8BAD-96E233D7248E}"/>
              </a:ext>
            </a:extLst>
          </p:cNvPr>
          <p:cNvSpPr>
            <a:spLocks xmlns:a="http://schemas.openxmlformats.org/drawingml/2006/main" noGrp="1"/>
          </p:cNvSpPr>
          <p:nvPr/>
        </p:nvSpPr>
        <p:spPr>
          <a:xfrm xmlns:a="http://schemas.openxmlformats.org/drawingml/2006/main">
            <a:off x="723900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Verification</a:t>
            </a:r>
          </a:p>
        </p:txBody>
      </p:sp>
      <p:sp>
        <p:nvSpPr>
          <p:cNvPr id="21" name="">
            <a:extLst xmlns:a="http://schemas.openxmlformats.org/drawingml/2006/main">
              <a:ext uri="{FF2B5EF4-FFF2-40B4-BE49-F238E27FC236}">
                <a16:creationId xmlns:a16="http://schemas.microsoft.com/office/drawing/2014/main" id="{F190ACA7-5709-4E9E-AE61-503CA5D653BF}"/>
              </a:ext>
            </a:extLst>
          </p:cNvPr>
          <p:cNvSpPr>
            <a:spLocks xmlns:a="http://schemas.openxmlformats.org/drawingml/2006/main" noGrp="1"/>
          </p:cNvSpPr>
          <p:nvPr/>
        </p:nvSpPr>
        <p:spPr>
          <a:xfrm xmlns:a="http://schemas.openxmlformats.org/drawingml/2006/main">
            <a:off x="723900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серверная сверка</a:t>
            </a:r>
          </a:p>
        </p:txBody>
      </p:sp>
      <p:sp>
        <p:nvSpPr>
          <p:cNvPr id="22" name="">
            <a:extLst xmlns:a="http://schemas.openxmlformats.org/drawingml/2006/main">
              <a:ext uri="{FF2B5EF4-FFF2-40B4-BE49-F238E27FC236}">
                <a16:creationId xmlns:a16="http://schemas.microsoft.com/office/drawing/2014/main" id="{98A728B6-95CD-43B8-8972-F65631EC8DC8}"/>
              </a:ext>
            </a:extLst>
          </p:cNvPr>
          <p:cNvSpPr>
            <a:spLocks xmlns:a="http://schemas.openxmlformats.org/drawingml/2006/main" noGrp="1"/>
          </p:cNvSpPr>
          <p:nvPr/>
        </p:nvSpPr>
        <p:spPr>
          <a:xfrm xmlns:a="http://schemas.openxmlformats.org/drawingml/2006/main">
            <a:off x="8496300" y="18669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23" name="">
            <a:extLst xmlns:a="http://schemas.openxmlformats.org/drawingml/2006/main">
              <a:ext uri="{FF2B5EF4-FFF2-40B4-BE49-F238E27FC236}">
                <a16:creationId xmlns:a16="http://schemas.microsoft.com/office/drawing/2014/main" id="{4EEFCC2C-483A-4A08-B8DD-4222C3D1E975}"/>
              </a:ext>
            </a:extLst>
          </p:cNvPr>
          <p:cNvSpPr>
            <a:spLocks xmlns:a="http://schemas.openxmlformats.org/drawingml/2006/main" noGrp="1"/>
          </p:cNvSpPr>
          <p:nvPr/>
        </p:nvSpPr>
        <p:spPr>
          <a:xfrm xmlns:a="http://schemas.openxmlformats.org/drawingml/2006/main">
            <a:off x="8801100" y="1543050"/>
            <a:ext cx="1352550" cy="1066800"/>
          </a:xfrm>
          <a:prstGeom xmlns:a="http://schemas.openxmlformats.org/drawingml/2006/main" prst="roundRect">
            <a:avLst>
              <a:gd name="adj" fmla="val 10714"/>
            </a:avLst>
          </a:prstGeom>
          <a:solidFill xmlns:a="http://schemas.openxmlformats.org/drawingml/2006/main">
            <a:srgbClr val="3B2E16"/>
          </a:solidFill>
          <a:ln xmlns:a="http://schemas.openxmlformats.org/drawingml/2006/main" w="9525">
            <a:solidFill>
              <a:srgbClr val="8C6A22"/>
            </a:solidFill>
            <a:prstDash val="solid"/>
          </a:ln>
        </p:spPr>
      </p:sp>
      <p:sp>
        <p:nvSpPr>
          <p:cNvPr id="24" name="">
            <a:extLst xmlns:a="http://schemas.openxmlformats.org/drawingml/2006/main">
              <a:ext uri="{FF2B5EF4-FFF2-40B4-BE49-F238E27FC236}">
                <a16:creationId xmlns:a16="http://schemas.microsoft.com/office/drawing/2014/main" id="{419E154A-FBDC-4924-AE52-1B5598EBAC81}"/>
              </a:ext>
            </a:extLst>
          </p:cNvPr>
          <p:cNvSpPr>
            <a:spLocks xmlns:a="http://schemas.openxmlformats.org/drawingml/2006/main" noGrp="1"/>
          </p:cNvSpPr>
          <p:nvPr/>
        </p:nvSpPr>
        <p:spPr>
          <a:xfrm xmlns:a="http://schemas.openxmlformats.org/drawingml/2006/main">
            <a:off x="889635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E29A"/>
                </a:solidFill>
              </a:defRPr>
            </a:pPr>
            <a:r>
              <a:rPr sz="1350" b="1" i="0">
                <a:solidFill>
                  <a:srgbClr val="FFE29A"/>
                </a:solidFill>
              </a:rPr>
              <a:t>Purchase worker</a:t>
            </a:r>
          </a:p>
        </p:txBody>
      </p:sp>
      <p:sp>
        <p:nvSpPr>
          <p:cNvPr id="25" name="">
            <a:extLst xmlns:a="http://schemas.openxmlformats.org/drawingml/2006/main">
              <a:ext uri="{FF2B5EF4-FFF2-40B4-BE49-F238E27FC236}">
                <a16:creationId xmlns:a16="http://schemas.microsoft.com/office/drawing/2014/main" id="{11F678C1-2A7F-4635-B469-E75FA9A91E30}"/>
              </a:ext>
            </a:extLst>
          </p:cNvPr>
          <p:cNvSpPr>
            <a:spLocks xmlns:a="http://schemas.openxmlformats.org/drawingml/2006/main" noGrp="1"/>
          </p:cNvSpPr>
          <p:nvPr/>
        </p:nvSpPr>
        <p:spPr>
          <a:xfrm xmlns:a="http://schemas.openxmlformats.org/drawingml/2006/main">
            <a:off x="889635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единственный с seed</a:t>
            </a:r>
          </a:p>
        </p:txBody>
      </p:sp>
      <p:sp>
        <p:nvSpPr>
          <p:cNvPr id="26" name="">
            <a:extLst xmlns:a="http://schemas.openxmlformats.org/drawingml/2006/main">
              <a:ext uri="{FF2B5EF4-FFF2-40B4-BE49-F238E27FC236}">
                <a16:creationId xmlns:a16="http://schemas.microsoft.com/office/drawing/2014/main" id="{18A34F00-7DAF-4E0A-A516-DDF3AC94222B}"/>
              </a:ext>
            </a:extLst>
          </p:cNvPr>
          <p:cNvSpPr>
            <a:spLocks xmlns:a="http://schemas.openxmlformats.org/drawingml/2006/main" noGrp="1"/>
          </p:cNvSpPr>
          <p:nvPr/>
        </p:nvSpPr>
        <p:spPr>
          <a:xfrm xmlns:a="http://schemas.openxmlformats.org/drawingml/2006/main">
            <a:off x="10153650" y="18669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27" name="">
            <a:extLst xmlns:a="http://schemas.openxmlformats.org/drawingml/2006/main">
              <a:ext uri="{FF2B5EF4-FFF2-40B4-BE49-F238E27FC236}">
                <a16:creationId xmlns:a16="http://schemas.microsoft.com/office/drawing/2014/main" id="{52BC52FA-22C6-4E58-B1BC-75349CDB2132}"/>
              </a:ext>
            </a:extLst>
          </p:cNvPr>
          <p:cNvSpPr>
            <a:spLocks xmlns:a="http://schemas.openxmlformats.org/drawingml/2006/main" noGrp="1"/>
          </p:cNvSpPr>
          <p:nvPr/>
        </p:nvSpPr>
        <p:spPr>
          <a:xfrm xmlns:a="http://schemas.openxmlformats.org/drawingml/2006/main">
            <a:off x="10458450" y="1543050"/>
            <a:ext cx="1352550" cy="1066800"/>
          </a:xfrm>
          <a:prstGeom xmlns:a="http://schemas.openxmlformats.org/drawingml/2006/main" prst="roundRect">
            <a:avLst>
              <a:gd name="adj" fmla="val 10714"/>
            </a:avLst>
          </a:prstGeom>
          <a:solidFill xmlns:a="http://schemas.openxmlformats.org/drawingml/2006/main">
            <a:srgbClr val="102C47"/>
          </a:solidFill>
          <a:ln xmlns:a="http://schemas.openxmlformats.org/drawingml/2006/main" w="9525">
            <a:solidFill>
              <a:srgbClr val="2B5373"/>
            </a:solidFill>
            <a:prstDash val="solid"/>
          </a:ln>
        </p:spPr>
      </p:sp>
      <p:sp>
        <p:nvSpPr>
          <p:cNvPr id="28" name="">
            <a:extLst xmlns:a="http://schemas.openxmlformats.org/drawingml/2006/main">
              <a:ext uri="{FF2B5EF4-FFF2-40B4-BE49-F238E27FC236}">
                <a16:creationId xmlns:a16="http://schemas.microsoft.com/office/drawing/2014/main" id="{1A2C332B-5C45-4A2B-B928-454C1D522DBA}"/>
              </a:ext>
            </a:extLst>
          </p:cNvPr>
          <p:cNvSpPr>
            <a:spLocks xmlns:a="http://schemas.openxmlformats.org/drawingml/2006/main" noGrp="1"/>
          </p:cNvSpPr>
          <p:nvPr/>
        </p:nvSpPr>
        <p:spPr>
          <a:xfrm xmlns:a="http://schemas.openxmlformats.org/drawingml/2006/main">
            <a:off x="10553700" y="1752600"/>
            <a:ext cx="1162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Fragment</a:t>
            </a:r>
          </a:p>
        </p:txBody>
      </p:sp>
      <p:sp>
        <p:nvSpPr>
          <p:cNvPr id="29" name="">
            <a:extLst xmlns:a="http://schemas.openxmlformats.org/drawingml/2006/main">
              <a:ext uri="{FF2B5EF4-FFF2-40B4-BE49-F238E27FC236}">
                <a16:creationId xmlns:a16="http://schemas.microsoft.com/office/drawing/2014/main" id="{9B7E300D-6701-468B-8C0C-B4C8097C68D3}"/>
              </a:ext>
            </a:extLst>
          </p:cNvPr>
          <p:cNvSpPr>
            <a:spLocks xmlns:a="http://schemas.openxmlformats.org/drawingml/2006/main" noGrp="1"/>
          </p:cNvSpPr>
          <p:nvPr/>
        </p:nvSpPr>
        <p:spPr>
          <a:xfrm xmlns:a="http://schemas.openxmlformats.org/drawingml/2006/main">
            <a:off x="10553700" y="215265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9DB7CA"/>
                </a:solidFill>
              </a:defRPr>
            </a:pPr>
            <a:r>
              <a:rPr sz="1050" b="0" i="0">
                <a:solidFill>
                  <a:srgbClr val="9DB7CA"/>
                </a:solidFill>
              </a:rPr>
              <a:t>покупка Stars</a:t>
            </a:r>
          </a:p>
        </p:txBody>
      </p:sp>
      <p:sp>
        <p:nvSpPr>
          <p:cNvPr id="30" name="">
            <a:extLst xmlns:a="http://schemas.openxmlformats.org/drawingml/2006/main">
              <a:ext uri="{FF2B5EF4-FFF2-40B4-BE49-F238E27FC236}">
                <a16:creationId xmlns:a16="http://schemas.microsoft.com/office/drawing/2014/main" id="{9B1537A9-36CF-487E-8041-97E2F93ADE09}"/>
              </a:ext>
            </a:extLst>
          </p:cNvPr>
          <p:cNvSpPr>
            <a:spLocks xmlns:a="http://schemas.openxmlformats.org/drawingml/2006/main" noGrp="1"/>
          </p:cNvSpPr>
          <p:nvPr/>
        </p:nvSpPr>
        <p:spPr>
          <a:xfrm xmlns:a="http://schemas.openxmlformats.org/drawingml/2006/main">
            <a:off x="609600" y="30289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FFFF"/>
                </a:solidFill>
              </a:defRPr>
            </a:pPr>
            <a:r>
              <a:rPr sz="1650" b="1" i="0">
                <a:solidFill>
                  <a:srgbClr val="FFFFFF"/>
                </a:solidFill>
              </a:rPr>
              <a:t>Реальные состояния заказа</a:t>
            </a:r>
          </a:p>
        </p:txBody>
      </p:sp>
      <p:sp>
        <p:nvSpPr>
          <p:cNvPr id="31" name="">
            <a:extLst xmlns:a="http://schemas.openxmlformats.org/drawingml/2006/main">
              <a:ext uri="{FF2B5EF4-FFF2-40B4-BE49-F238E27FC236}">
                <a16:creationId xmlns:a16="http://schemas.microsoft.com/office/drawing/2014/main" id="{EC03F1B1-0D23-4F5A-BE1F-FFF67F7674D3}"/>
              </a:ext>
            </a:extLst>
          </p:cNvPr>
          <p:cNvSpPr>
            <a:spLocks xmlns:a="http://schemas.openxmlformats.org/drawingml/2006/main" noGrp="1"/>
          </p:cNvSpPr>
          <p:nvPr/>
        </p:nvSpPr>
        <p:spPr>
          <a:xfrm xmlns:a="http://schemas.openxmlformats.org/drawingml/2006/main">
            <a:off x="609600" y="3543300"/>
            <a:ext cx="2076450" cy="495300"/>
          </a:xfrm>
          <a:prstGeom xmlns:a="http://schemas.openxmlformats.org/drawingml/2006/main" prst="roundRect">
            <a:avLst>
              <a:gd name="adj" fmla="val 15385"/>
            </a:avLst>
          </a:prstGeom>
          <a:solidFill xmlns:a="http://schemas.openxmlformats.org/drawingml/2006/main">
            <a:srgbClr val="123553"/>
          </a:solidFill>
          <a:ln xmlns:a="http://schemas.openxmlformats.org/drawingml/2006/main" w="9525">
            <a:solidFill>
              <a:srgbClr val="2F668B"/>
            </a:solidFill>
            <a:prstDash val="solid"/>
          </a:ln>
        </p:spPr>
      </p:sp>
      <p:sp>
        <p:nvSpPr>
          <p:cNvPr id="32" name="">
            <a:extLst xmlns:a="http://schemas.openxmlformats.org/drawingml/2006/main">
              <a:ext uri="{FF2B5EF4-FFF2-40B4-BE49-F238E27FC236}">
                <a16:creationId xmlns:a16="http://schemas.microsoft.com/office/drawing/2014/main" id="{70DCE806-1BAD-4D62-BF63-547BA69E90F1}"/>
              </a:ext>
            </a:extLst>
          </p:cNvPr>
          <p:cNvSpPr>
            <a:spLocks xmlns:a="http://schemas.openxmlformats.org/drawingml/2006/main" noGrp="1"/>
          </p:cNvSpPr>
          <p:nvPr/>
        </p:nvSpPr>
        <p:spPr>
          <a:xfrm xmlns:a="http://schemas.openxmlformats.org/drawingml/2006/main">
            <a:off x="704850" y="370522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CREATED</a:t>
            </a:r>
          </a:p>
        </p:txBody>
      </p:sp>
      <p:sp>
        <p:nvSpPr>
          <p:cNvPr id="33" name="">
            <a:extLst xmlns:a="http://schemas.openxmlformats.org/drawingml/2006/main">
              <a:ext uri="{FF2B5EF4-FFF2-40B4-BE49-F238E27FC236}">
                <a16:creationId xmlns:a16="http://schemas.microsoft.com/office/drawing/2014/main" id="{CF0BA92C-338C-46EE-80DC-B7A650987B9E}"/>
              </a:ext>
            </a:extLst>
          </p:cNvPr>
          <p:cNvSpPr>
            <a:spLocks xmlns:a="http://schemas.openxmlformats.org/drawingml/2006/main" noGrp="1"/>
          </p:cNvSpPr>
          <p:nvPr/>
        </p:nvSpPr>
        <p:spPr>
          <a:xfrm xmlns:a="http://schemas.openxmlformats.org/drawingml/2006/main">
            <a:off x="2686050" y="360997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34" name="">
            <a:extLst xmlns:a="http://schemas.openxmlformats.org/drawingml/2006/main">
              <a:ext uri="{FF2B5EF4-FFF2-40B4-BE49-F238E27FC236}">
                <a16:creationId xmlns:a16="http://schemas.microsoft.com/office/drawing/2014/main" id="{CE3BAB30-E5E0-4EBA-A1B5-ED69E9C50EE4}"/>
              </a:ext>
            </a:extLst>
          </p:cNvPr>
          <p:cNvSpPr>
            <a:spLocks xmlns:a="http://schemas.openxmlformats.org/drawingml/2006/main" noGrp="1"/>
          </p:cNvSpPr>
          <p:nvPr/>
        </p:nvSpPr>
        <p:spPr>
          <a:xfrm xmlns:a="http://schemas.openxmlformats.org/drawingml/2006/main">
            <a:off x="3000375" y="3543300"/>
            <a:ext cx="2076450" cy="495300"/>
          </a:xfrm>
          <a:prstGeom xmlns:a="http://schemas.openxmlformats.org/drawingml/2006/main" prst="roundRect">
            <a:avLst>
              <a:gd name="adj" fmla="val 15385"/>
            </a:avLst>
          </a:prstGeom>
          <a:solidFill xmlns:a="http://schemas.openxmlformats.org/drawingml/2006/main">
            <a:srgbClr val="123553"/>
          </a:solidFill>
          <a:ln xmlns:a="http://schemas.openxmlformats.org/drawingml/2006/main" w="9525">
            <a:solidFill>
              <a:srgbClr val="2F668B"/>
            </a:solidFill>
            <a:prstDash val="solid"/>
          </a:ln>
        </p:spPr>
      </p:sp>
      <p:sp>
        <p:nvSpPr>
          <p:cNvPr id="35" name="">
            <a:extLst xmlns:a="http://schemas.openxmlformats.org/drawingml/2006/main">
              <a:ext uri="{FF2B5EF4-FFF2-40B4-BE49-F238E27FC236}">
                <a16:creationId xmlns:a16="http://schemas.microsoft.com/office/drawing/2014/main" id="{0D03FE76-9781-4188-8454-364FDF0AE3C7}"/>
              </a:ext>
            </a:extLst>
          </p:cNvPr>
          <p:cNvSpPr>
            <a:spLocks xmlns:a="http://schemas.openxmlformats.org/drawingml/2006/main" noGrp="1"/>
          </p:cNvSpPr>
          <p:nvPr/>
        </p:nvSpPr>
        <p:spPr>
          <a:xfrm xmlns:a="http://schemas.openxmlformats.org/drawingml/2006/main">
            <a:off x="3095625" y="370522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WAITING_FOR_PAYMENT</a:t>
            </a:r>
          </a:p>
        </p:txBody>
      </p:sp>
      <p:sp>
        <p:nvSpPr>
          <p:cNvPr id="36" name="">
            <a:extLst xmlns:a="http://schemas.openxmlformats.org/drawingml/2006/main">
              <a:ext uri="{FF2B5EF4-FFF2-40B4-BE49-F238E27FC236}">
                <a16:creationId xmlns:a16="http://schemas.microsoft.com/office/drawing/2014/main" id="{E286A1D6-C00F-40CA-AB92-14C50AB217A8}"/>
              </a:ext>
            </a:extLst>
          </p:cNvPr>
          <p:cNvSpPr>
            <a:spLocks xmlns:a="http://schemas.openxmlformats.org/drawingml/2006/main" noGrp="1"/>
          </p:cNvSpPr>
          <p:nvPr/>
        </p:nvSpPr>
        <p:spPr>
          <a:xfrm xmlns:a="http://schemas.openxmlformats.org/drawingml/2006/main">
            <a:off x="5076825" y="360997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37" name="">
            <a:extLst xmlns:a="http://schemas.openxmlformats.org/drawingml/2006/main">
              <a:ext uri="{FF2B5EF4-FFF2-40B4-BE49-F238E27FC236}">
                <a16:creationId xmlns:a16="http://schemas.microsoft.com/office/drawing/2014/main" id="{0B575B0C-BEC7-46D7-AB93-8AE61B8EE169}"/>
              </a:ext>
            </a:extLst>
          </p:cNvPr>
          <p:cNvSpPr>
            <a:spLocks xmlns:a="http://schemas.openxmlformats.org/drawingml/2006/main" noGrp="1"/>
          </p:cNvSpPr>
          <p:nvPr/>
        </p:nvSpPr>
        <p:spPr>
          <a:xfrm xmlns:a="http://schemas.openxmlformats.org/drawingml/2006/main">
            <a:off x="5391150" y="3543300"/>
            <a:ext cx="2076450" cy="495300"/>
          </a:xfrm>
          <a:prstGeom xmlns:a="http://schemas.openxmlformats.org/drawingml/2006/main" prst="roundRect">
            <a:avLst>
              <a:gd name="adj" fmla="val 15385"/>
            </a:avLst>
          </a:prstGeom>
          <a:solidFill xmlns:a="http://schemas.openxmlformats.org/drawingml/2006/main">
            <a:srgbClr val="123553"/>
          </a:solidFill>
          <a:ln xmlns:a="http://schemas.openxmlformats.org/drawingml/2006/main" w="9525">
            <a:solidFill>
              <a:srgbClr val="2F668B"/>
            </a:solidFill>
            <a:prstDash val="solid"/>
          </a:ln>
        </p:spPr>
      </p:sp>
      <p:sp>
        <p:nvSpPr>
          <p:cNvPr id="38" name="">
            <a:extLst xmlns:a="http://schemas.openxmlformats.org/drawingml/2006/main">
              <a:ext uri="{FF2B5EF4-FFF2-40B4-BE49-F238E27FC236}">
                <a16:creationId xmlns:a16="http://schemas.microsoft.com/office/drawing/2014/main" id="{FE482053-2475-4C9C-8C72-6A02212AC58B}"/>
              </a:ext>
            </a:extLst>
          </p:cNvPr>
          <p:cNvSpPr>
            <a:spLocks xmlns:a="http://schemas.openxmlformats.org/drawingml/2006/main" noGrp="1"/>
          </p:cNvSpPr>
          <p:nvPr/>
        </p:nvSpPr>
        <p:spPr>
          <a:xfrm xmlns:a="http://schemas.openxmlformats.org/drawingml/2006/main">
            <a:off x="5486400" y="370522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PAYMENT_DETECTED</a:t>
            </a:r>
          </a:p>
        </p:txBody>
      </p:sp>
      <p:sp>
        <p:nvSpPr>
          <p:cNvPr id="39" name="">
            <a:extLst xmlns:a="http://schemas.openxmlformats.org/drawingml/2006/main">
              <a:ext uri="{FF2B5EF4-FFF2-40B4-BE49-F238E27FC236}">
                <a16:creationId xmlns:a16="http://schemas.microsoft.com/office/drawing/2014/main" id="{B6C9FDDF-4370-4ED4-867D-3F88108F9150}"/>
              </a:ext>
            </a:extLst>
          </p:cNvPr>
          <p:cNvSpPr>
            <a:spLocks xmlns:a="http://schemas.openxmlformats.org/drawingml/2006/main" noGrp="1"/>
          </p:cNvSpPr>
          <p:nvPr/>
        </p:nvSpPr>
        <p:spPr>
          <a:xfrm xmlns:a="http://schemas.openxmlformats.org/drawingml/2006/main">
            <a:off x="7467600" y="360997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40" name="">
            <a:extLst xmlns:a="http://schemas.openxmlformats.org/drawingml/2006/main">
              <a:ext uri="{FF2B5EF4-FFF2-40B4-BE49-F238E27FC236}">
                <a16:creationId xmlns:a16="http://schemas.microsoft.com/office/drawing/2014/main" id="{8D4086E8-44EF-4231-9F80-77D12F304845}"/>
              </a:ext>
            </a:extLst>
          </p:cNvPr>
          <p:cNvSpPr>
            <a:spLocks xmlns:a="http://schemas.openxmlformats.org/drawingml/2006/main" noGrp="1"/>
          </p:cNvSpPr>
          <p:nvPr/>
        </p:nvSpPr>
        <p:spPr>
          <a:xfrm xmlns:a="http://schemas.openxmlformats.org/drawingml/2006/main">
            <a:off x="7781925" y="3543300"/>
            <a:ext cx="2076450" cy="495300"/>
          </a:xfrm>
          <a:prstGeom xmlns:a="http://schemas.openxmlformats.org/drawingml/2006/main" prst="roundRect">
            <a:avLst>
              <a:gd name="adj" fmla="val 15385"/>
            </a:avLst>
          </a:prstGeom>
          <a:solidFill xmlns:a="http://schemas.openxmlformats.org/drawingml/2006/main">
            <a:srgbClr val="123553"/>
          </a:solidFill>
          <a:ln xmlns:a="http://schemas.openxmlformats.org/drawingml/2006/main" w="9525">
            <a:solidFill>
              <a:srgbClr val="2F668B"/>
            </a:solidFill>
            <a:prstDash val="solid"/>
          </a:ln>
        </p:spPr>
      </p:sp>
      <p:sp>
        <p:nvSpPr>
          <p:cNvPr id="41" name="">
            <a:extLst xmlns:a="http://schemas.openxmlformats.org/drawingml/2006/main">
              <a:ext uri="{FF2B5EF4-FFF2-40B4-BE49-F238E27FC236}">
                <a16:creationId xmlns:a16="http://schemas.microsoft.com/office/drawing/2014/main" id="{82B8B448-F88B-459F-B620-F3FCDC4CE61A}"/>
              </a:ext>
            </a:extLst>
          </p:cNvPr>
          <p:cNvSpPr>
            <a:spLocks xmlns:a="http://schemas.openxmlformats.org/drawingml/2006/main" noGrp="1"/>
          </p:cNvSpPr>
          <p:nvPr/>
        </p:nvSpPr>
        <p:spPr>
          <a:xfrm xmlns:a="http://schemas.openxmlformats.org/drawingml/2006/main">
            <a:off x="7877175" y="370522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PAID</a:t>
            </a:r>
          </a:p>
        </p:txBody>
      </p:sp>
      <p:sp>
        <p:nvSpPr>
          <p:cNvPr id="42" name="">
            <a:extLst xmlns:a="http://schemas.openxmlformats.org/drawingml/2006/main">
              <a:ext uri="{FF2B5EF4-FFF2-40B4-BE49-F238E27FC236}">
                <a16:creationId xmlns:a16="http://schemas.microsoft.com/office/drawing/2014/main" id="{6D6B0C44-1097-4F72-AF93-6E94ABD57A7C}"/>
              </a:ext>
            </a:extLst>
          </p:cNvPr>
          <p:cNvSpPr>
            <a:spLocks xmlns:a="http://schemas.openxmlformats.org/drawingml/2006/main" noGrp="1"/>
          </p:cNvSpPr>
          <p:nvPr/>
        </p:nvSpPr>
        <p:spPr>
          <a:xfrm xmlns:a="http://schemas.openxmlformats.org/drawingml/2006/main">
            <a:off x="3000375" y="4391025"/>
            <a:ext cx="2076450" cy="495300"/>
          </a:xfrm>
          <a:prstGeom xmlns:a="http://schemas.openxmlformats.org/drawingml/2006/main" prst="roundRect">
            <a:avLst>
              <a:gd name="adj" fmla="val 15385"/>
            </a:avLst>
          </a:prstGeom>
          <a:solidFill xmlns:a="http://schemas.openxmlformats.org/drawingml/2006/main">
            <a:srgbClr val="123553"/>
          </a:solidFill>
          <a:ln xmlns:a="http://schemas.openxmlformats.org/drawingml/2006/main" w="9525">
            <a:solidFill>
              <a:srgbClr val="2F668B"/>
            </a:solidFill>
            <a:prstDash val="solid"/>
          </a:ln>
        </p:spPr>
      </p:sp>
      <p:sp>
        <p:nvSpPr>
          <p:cNvPr id="43" name="">
            <a:extLst xmlns:a="http://schemas.openxmlformats.org/drawingml/2006/main">
              <a:ext uri="{FF2B5EF4-FFF2-40B4-BE49-F238E27FC236}">
                <a16:creationId xmlns:a16="http://schemas.microsoft.com/office/drawing/2014/main" id="{E4EA4B80-606C-4223-B7C6-C82394AE8EF8}"/>
              </a:ext>
            </a:extLst>
          </p:cNvPr>
          <p:cNvSpPr>
            <a:spLocks xmlns:a="http://schemas.openxmlformats.org/drawingml/2006/main" noGrp="1"/>
          </p:cNvSpPr>
          <p:nvPr/>
        </p:nvSpPr>
        <p:spPr>
          <a:xfrm xmlns:a="http://schemas.openxmlformats.org/drawingml/2006/main">
            <a:off x="3095625" y="4552950"/>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PURCHASE_PROCESSING</a:t>
            </a:r>
          </a:p>
        </p:txBody>
      </p:sp>
      <p:sp>
        <p:nvSpPr>
          <p:cNvPr id="44" name="">
            <a:extLst xmlns:a="http://schemas.openxmlformats.org/drawingml/2006/main">
              <a:ext uri="{FF2B5EF4-FFF2-40B4-BE49-F238E27FC236}">
                <a16:creationId xmlns:a16="http://schemas.microsoft.com/office/drawing/2014/main" id="{EAC05F56-C7B9-4CE3-956A-72F792A01983}"/>
              </a:ext>
            </a:extLst>
          </p:cNvPr>
          <p:cNvSpPr>
            <a:spLocks xmlns:a="http://schemas.openxmlformats.org/drawingml/2006/main" noGrp="1"/>
          </p:cNvSpPr>
          <p:nvPr/>
        </p:nvSpPr>
        <p:spPr>
          <a:xfrm xmlns:a="http://schemas.openxmlformats.org/drawingml/2006/main">
            <a:off x="5076825" y="4457700"/>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45" name="">
            <a:extLst xmlns:a="http://schemas.openxmlformats.org/drawingml/2006/main">
              <a:ext uri="{FF2B5EF4-FFF2-40B4-BE49-F238E27FC236}">
                <a16:creationId xmlns:a16="http://schemas.microsoft.com/office/drawing/2014/main" id="{B64C9D62-43B2-407C-A077-E8F82875D34F}"/>
              </a:ext>
            </a:extLst>
          </p:cNvPr>
          <p:cNvSpPr>
            <a:spLocks xmlns:a="http://schemas.openxmlformats.org/drawingml/2006/main" noGrp="1"/>
          </p:cNvSpPr>
          <p:nvPr/>
        </p:nvSpPr>
        <p:spPr>
          <a:xfrm xmlns:a="http://schemas.openxmlformats.org/drawingml/2006/main">
            <a:off x="5391150" y="4391025"/>
            <a:ext cx="2076450" cy="495300"/>
          </a:xfrm>
          <a:prstGeom xmlns:a="http://schemas.openxmlformats.org/drawingml/2006/main" prst="roundRect">
            <a:avLst>
              <a:gd name="adj" fmla="val 15385"/>
            </a:avLst>
          </a:prstGeom>
          <a:solidFill xmlns:a="http://schemas.openxmlformats.org/drawingml/2006/main">
            <a:srgbClr val="123553"/>
          </a:solidFill>
          <a:ln xmlns:a="http://schemas.openxmlformats.org/drawingml/2006/main" w="9525">
            <a:solidFill>
              <a:srgbClr val="2F668B"/>
            </a:solidFill>
            <a:prstDash val="solid"/>
          </a:ln>
        </p:spPr>
      </p:sp>
      <p:sp>
        <p:nvSpPr>
          <p:cNvPr id="46" name="">
            <a:extLst xmlns:a="http://schemas.openxmlformats.org/drawingml/2006/main">
              <a:ext uri="{FF2B5EF4-FFF2-40B4-BE49-F238E27FC236}">
                <a16:creationId xmlns:a16="http://schemas.microsoft.com/office/drawing/2014/main" id="{97022E13-017F-4E7F-B293-AA8EC799463E}"/>
              </a:ext>
            </a:extLst>
          </p:cNvPr>
          <p:cNvSpPr>
            <a:spLocks xmlns:a="http://schemas.openxmlformats.org/drawingml/2006/main" noGrp="1"/>
          </p:cNvSpPr>
          <p:nvPr/>
        </p:nvSpPr>
        <p:spPr>
          <a:xfrm xmlns:a="http://schemas.openxmlformats.org/drawingml/2006/main">
            <a:off x="5486400" y="4552950"/>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STARS_SENDING</a:t>
            </a:r>
          </a:p>
        </p:txBody>
      </p:sp>
      <p:sp>
        <p:nvSpPr>
          <p:cNvPr id="47" name="">
            <a:extLst xmlns:a="http://schemas.openxmlformats.org/drawingml/2006/main">
              <a:ext uri="{FF2B5EF4-FFF2-40B4-BE49-F238E27FC236}">
                <a16:creationId xmlns:a16="http://schemas.microsoft.com/office/drawing/2014/main" id="{40360252-2025-4F7A-B8DC-CDBE4A32B35B}"/>
              </a:ext>
            </a:extLst>
          </p:cNvPr>
          <p:cNvSpPr>
            <a:spLocks xmlns:a="http://schemas.openxmlformats.org/drawingml/2006/main" noGrp="1"/>
          </p:cNvSpPr>
          <p:nvPr/>
        </p:nvSpPr>
        <p:spPr>
          <a:xfrm xmlns:a="http://schemas.openxmlformats.org/drawingml/2006/main">
            <a:off x="7467600" y="4457700"/>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48" name="">
            <a:extLst xmlns:a="http://schemas.openxmlformats.org/drawingml/2006/main">
              <a:ext uri="{FF2B5EF4-FFF2-40B4-BE49-F238E27FC236}">
                <a16:creationId xmlns:a16="http://schemas.microsoft.com/office/drawing/2014/main" id="{983FEE55-022C-4F54-BE4A-659E39BB0AD5}"/>
              </a:ext>
            </a:extLst>
          </p:cNvPr>
          <p:cNvSpPr>
            <a:spLocks xmlns:a="http://schemas.openxmlformats.org/drawingml/2006/main" noGrp="1"/>
          </p:cNvSpPr>
          <p:nvPr/>
        </p:nvSpPr>
        <p:spPr>
          <a:xfrm xmlns:a="http://schemas.openxmlformats.org/drawingml/2006/main">
            <a:off x="7781925" y="4391025"/>
            <a:ext cx="2076450" cy="495300"/>
          </a:xfrm>
          <a:prstGeom xmlns:a="http://schemas.openxmlformats.org/drawingml/2006/main" prst="roundRect">
            <a:avLst>
              <a:gd name="adj" fmla="val 15385"/>
            </a:avLst>
          </a:prstGeom>
          <a:solidFill xmlns:a="http://schemas.openxmlformats.org/drawingml/2006/main">
            <a:srgbClr val="173D32"/>
          </a:solidFill>
          <a:ln xmlns:a="http://schemas.openxmlformats.org/drawingml/2006/main" w="9525">
            <a:solidFill>
              <a:srgbClr val="2D8D64"/>
            </a:solidFill>
            <a:prstDash val="solid"/>
          </a:ln>
        </p:spPr>
      </p:sp>
      <p:sp>
        <p:nvSpPr>
          <p:cNvPr id="49" name="">
            <a:extLst xmlns:a="http://schemas.openxmlformats.org/drawingml/2006/main">
              <a:ext uri="{FF2B5EF4-FFF2-40B4-BE49-F238E27FC236}">
                <a16:creationId xmlns:a16="http://schemas.microsoft.com/office/drawing/2014/main" id="{9D8B6FE7-D831-48DA-BC53-E0C6D2B7CB31}"/>
              </a:ext>
            </a:extLst>
          </p:cNvPr>
          <p:cNvSpPr>
            <a:spLocks xmlns:a="http://schemas.openxmlformats.org/drawingml/2006/main" noGrp="1"/>
          </p:cNvSpPr>
          <p:nvPr/>
        </p:nvSpPr>
        <p:spPr>
          <a:xfrm xmlns:a="http://schemas.openxmlformats.org/drawingml/2006/main">
            <a:off x="7877175" y="4552950"/>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8AF0B7"/>
                </a:solidFill>
              </a:defRPr>
            </a:pPr>
            <a:r>
              <a:rPr sz="1125" b="1" i="0">
                <a:solidFill>
                  <a:srgbClr val="8AF0B7"/>
                </a:solidFill>
              </a:rPr>
              <a:t>COMPLETED</a:t>
            </a:r>
          </a:p>
        </p:txBody>
      </p:sp>
      <p:sp>
        <p:nvSpPr>
          <p:cNvPr id="50" name="">
            <a:extLst xmlns:a="http://schemas.openxmlformats.org/drawingml/2006/main">
              <a:ext uri="{FF2B5EF4-FFF2-40B4-BE49-F238E27FC236}">
                <a16:creationId xmlns:a16="http://schemas.microsoft.com/office/drawing/2014/main" id="{1694BCEF-CBC3-4F76-89A9-08C8E9F8BD9E}"/>
              </a:ext>
            </a:extLst>
          </p:cNvPr>
          <p:cNvSpPr>
            <a:spLocks xmlns:a="http://schemas.openxmlformats.org/drawingml/2006/main" noGrp="1"/>
          </p:cNvSpPr>
          <p:nvPr/>
        </p:nvSpPr>
        <p:spPr>
          <a:xfrm xmlns:a="http://schemas.openxmlformats.org/drawingml/2006/main">
            <a:off x="628650" y="52768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0B867"/>
                </a:solidFill>
              </a:defRPr>
            </a:pPr>
            <a:r>
              <a:rPr sz="1125" b="1" i="0">
                <a:solidFill>
                  <a:srgbClr val="F0B867"/>
                </a:solidFill>
              </a:rPr>
              <a:t>↘ MANUAL_REVIEW · REFUND_REQUIRED · WAITING_FOR_MERCHANT_BALANCE</a:t>
            </a:r>
          </a:p>
        </p:txBody>
      </p:sp>
      <p:sp>
        <p:nvSpPr>
          <p:cNvPr id="51" name="">
            <a:extLst xmlns:a="http://schemas.openxmlformats.org/drawingml/2006/main">
              <a:ext uri="{FF2B5EF4-FFF2-40B4-BE49-F238E27FC236}">
                <a16:creationId xmlns:a16="http://schemas.microsoft.com/office/drawing/2014/main" id="{462D7F6D-E26C-4212-9E9D-E860720CC07E}"/>
              </a:ext>
            </a:extLst>
          </p:cNvPr>
          <p:cNvSpPr>
            <a:spLocks xmlns:a="http://schemas.openxmlformats.org/drawingml/2006/main" noGrp="1"/>
          </p:cNvSpPr>
          <p:nvPr/>
        </p:nvSpPr>
        <p:spPr>
          <a:xfrm xmlns:a="http://schemas.openxmlformats.org/drawingml/2006/main">
            <a:off x="8248650" y="5200650"/>
            <a:ext cx="3181350" cy="285750"/>
          </a:xfrm>
          <a:prstGeom xmlns:a="http://schemas.openxmlformats.org/drawingml/2006/main" prst="roundRect">
            <a:avLst>
              <a:gd name="adj" fmla="val 50000"/>
            </a:avLst>
          </a:prstGeom>
          <a:solidFill xmlns:a="http://schemas.openxmlformats.org/drawingml/2006/main">
            <a:srgbClr val="2C2740"/>
          </a:solidFill>
          <a:ln xmlns:a="http://schemas.openxmlformats.org/drawingml/2006/main" w="9525">
            <a:solidFill>
              <a:srgbClr val="5B4A85"/>
            </a:solidFill>
            <a:prstDash val="solid"/>
          </a:ln>
        </p:spPr>
      </p:sp>
      <p:sp>
        <p:nvSpPr>
          <p:cNvPr id="52" name="">
            <a:extLst xmlns:a="http://schemas.openxmlformats.org/drawingml/2006/main">
              <a:ext uri="{FF2B5EF4-FFF2-40B4-BE49-F238E27FC236}">
                <a16:creationId xmlns:a16="http://schemas.microsoft.com/office/drawing/2014/main" id="{46DAAA0C-571A-423A-BA0B-A10F825F2EB8}"/>
              </a:ext>
            </a:extLst>
          </p:cNvPr>
          <p:cNvSpPr>
            <a:spLocks xmlns:a="http://schemas.openxmlformats.org/drawingml/2006/main" noGrp="1"/>
          </p:cNvSpPr>
          <p:nvPr/>
        </p:nvSpPr>
        <p:spPr>
          <a:xfrm xmlns:a="http://schemas.openxmlformats.org/drawingml/2006/main">
            <a:off x="8286750" y="5257800"/>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D7C6FF"/>
                </a:solidFill>
              </a:defRPr>
            </a:pPr>
            <a:r>
              <a:rPr sz="975" b="1" i="0">
                <a:solidFill>
                  <a:srgbClr val="D7C6FF"/>
                </a:solidFill>
              </a:rPr>
              <a:t>СЕЙЧАС: TEST PAYMENT + TEST DELIVERY</a:t>
            </a:r>
          </a:p>
        </p:txBody>
      </p:sp>
      <p:sp>
        <p:nvSpPr>
          <p:cNvPr id="53" name="">
            <a:extLst xmlns:a="http://schemas.openxmlformats.org/drawingml/2006/main">
              <a:ext uri="{FF2B5EF4-FFF2-40B4-BE49-F238E27FC236}">
                <a16:creationId xmlns:a16="http://schemas.microsoft.com/office/drawing/2014/main" id="{3B51A06E-612D-458C-BD22-2FE2896A7041}"/>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29425D"/>
          </a:solidFill>
          <a:ln xmlns:a="http://schemas.openxmlformats.org/drawingml/2006/main" w="0">
            <a:solidFill>
              <a:srgbClr val="29425D"/>
            </a:solidFill>
            <a:prstDash val="solid"/>
          </a:ln>
        </p:spPr>
      </p:sp>
      <p:sp>
        <p:nvSpPr>
          <p:cNvPr id="54" name="">
            <a:extLst xmlns:a="http://schemas.openxmlformats.org/drawingml/2006/main">
              <a:ext uri="{FF2B5EF4-FFF2-40B4-BE49-F238E27FC236}">
                <a16:creationId xmlns:a16="http://schemas.microsoft.com/office/drawing/2014/main" id="{597235B5-3A27-4514-A3D0-6A7625FE9E20}"/>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8FA7BE"/>
                </a:solidFill>
              </a:defRPr>
            </a:pPr>
            <a:r>
              <a:rPr sz="900" b="1" i="0">
                <a:solidFill>
                  <a:srgbClr val="8FA7BE"/>
                </a:solidFill>
              </a:rPr>
              <a:t>TerStars</a:t>
            </a:r>
          </a:p>
        </p:txBody>
      </p:sp>
      <p:sp>
        <p:nvSpPr>
          <p:cNvPr id="55" name="">
            <a:extLst xmlns:a="http://schemas.openxmlformats.org/drawingml/2006/main">
              <a:ext uri="{FF2B5EF4-FFF2-40B4-BE49-F238E27FC236}">
                <a16:creationId xmlns:a16="http://schemas.microsoft.com/office/drawing/2014/main" id="{98801657-CD9B-4D7D-B4A2-B58317C83B35}"/>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8FA7BE"/>
                </a:solidFill>
              </a:defRPr>
            </a:pPr>
            <a:r>
              <a:rPr sz="900" b="0" i="0">
                <a:solidFill>
                  <a:srgbClr val="8FA7BE"/>
                </a:solidFill>
              </a:rPr>
              <a:t>04</a:t>
            </a:r>
          </a:p>
        </p:txBody>
      </p:sp>
    </p:spTree>
    <p:extLst>
      <p:ext uri="{BB962C8B-B14F-4D97-AF65-F5344CB8AC3E}">
        <p14:creationId xmlns:p14="http://schemas.microsoft.com/office/powerpoint/2010/main" val="990979011"/>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BB8248C-EB62-43EA-8353-5601F927B243}"/>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29ED9"/>
                </a:solidFill>
              </a:defRPr>
            </a:pPr>
            <a:r>
              <a:rPr sz="975" b="1" i="0">
                <a:solidFill>
                  <a:srgbClr val="229ED9"/>
                </a:solidFill>
              </a:rPr>
              <a:t>TERSTARS · PRODUCT OVERVIEW</a:t>
            </a:r>
          </a:p>
        </p:txBody>
      </p:sp>
      <p:sp>
        <p:nvSpPr>
          <p:cNvPr id="2" name="">
            <a:extLst xmlns:a="http://schemas.openxmlformats.org/drawingml/2006/main">
              <a:ext uri="{FF2B5EF4-FFF2-40B4-BE49-F238E27FC236}">
                <a16:creationId xmlns:a16="http://schemas.microsoft.com/office/drawing/2014/main" id="{7E620848-2EBE-4D0E-88FB-81E6E74B9ABB}"/>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10263E"/>
                </a:solidFill>
              </a:defRPr>
            </a:pPr>
            <a:r>
              <a:rPr sz="2925" b="1" i="0">
                <a:solidFill>
                  <a:srgbClr val="10263E"/>
                </a:solidFill>
              </a:rPr>
              <a:t>Каждая часть системы отвечает только за свою задачу</a:t>
            </a:r>
          </a:p>
        </p:txBody>
      </p:sp>
      <p:sp>
        <p:nvSpPr>
          <p:cNvPr id="3" name="">
            <a:extLst xmlns:a="http://schemas.openxmlformats.org/drawingml/2006/main">
              <a:ext uri="{FF2B5EF4-FFF2-40B4-BE49-F238E27FC236}">
                <a16:creationId xmlns:a16="http://schemas.microsoft.com/office/drawing/2014/main" id="{9A8279E6-D36F-4531-B03A-2DDB436A83C9}"/>
              </a:ext>
            </a:extLst>
          </p:cNvPr>
          <p:cNvSpPr>
            <a:spLocks xmlns:a="http://schemas.openxmlformats.org/drawingml/2006/main" noGrp="1"/>
          </p:cNvSpPr>
          <p:nvPr/>
        </p:nvSpPr>
        <p:spPr>
          <a:xfrm xmlns:a="http://schemas.openxmlformats.org/drawingml/2006/main">
            <a:off x="609600" y="1562100"/>
            <a:ext cx="224790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7E5F0"/>
            </a:solidFill>
            <a:prstDash val="solid"/>
          </a:ln>
        </p:spPr>
      </p:sp>
      <p:sp>
        <p:nvSpPr>
          <p:cNvPr id="4" name="">
            <a:extLst xmlns:a="http://schemas.openxmlformats.org/drawingml/2006/main">
              <a:ext uri="{FF2B5EF4-FFF2-40B4-BE49-F238E27FC236}">
                <a16:creationId xmlns:a16="http://schemas.microsoft.com/office/drawing/2014/main" id="{90BF5290-878E-4CBC-91C1-FC240861F451}"/>
              </a:ext>
            </a:extLst>
          </p:cNvPr>
          <p:cNvSpPr>
            <a:spLocks xmlns:a="http://schemas.openxmlformats.org/drawingml/2006/main" noGrp="1"/>
          </p:cNvSpPr>
          <p:nvPr/>
        </p:nvSpPr>
        <p:spPr>
          <a:xfrm xmlns:a="http://schemas.openxmlformats.org/drawingml/2006/main">
            <a:off x="819150" y="176212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0263E"/>
                </a:solidFill>
              </a:defRPr>
            </a:pPr>
            <a:r>
              <a:rPr sz="1725" b="1" i="0">
                <a:solidFill>
                  <a:srgbClr val="10263E"/>
                </a:solidFill>
              </a:rPr>
              <a:t>Telegram</a:t>
            </a:r>
          </a:p>
        </p:txBody>
      </p:sp>
      <p:sp>
        <p:nvSpPr>
          <p:cNvPr id="5" name="">
            <a:extLst xmlns:a="http://schemas.openxmlformats.org/drawingml/2006/main">
              <a:ext uri="{FF2B5EF4-FFF2-40B4-BE49-F238E27FC236}">
                <a16:creationId xmlns:a16="http://schemas.microsoft.com/office/drawing/2014/main" id="{04A769F3-E31E-4D10-82DA-FBC1EF77F308}"/>
              </a:ext>
            </a:extLst>
          </p:cNvPr>
          <p:cNvSpPr>
            <a:spLocks xmlns:a="http://schemas.openxmlformats.org/drawingml/2006/main" noGrp="1"/>
          </p:cNvSpPr>
          <p:nvPr/>
        </p:nvSpPr>
        <p:spPr>
          <a:xfrm xmlns:a="http://schemas.openxmlformats.org/drawingml/2006/main">
            <a:off x="819150" y="2152650"/>
            <a:ext cx="1847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Принимает заказ</a:t>
            </a:r>
          </a:p>
          <a:p xmlns:a="http://schemas.openxmlformats.org/drawingml/2006/main">
            <a:pPr algn="l">
              <a:defRPr sz="1200" b="0" i="0">
                <a:solidFill>
                  <a:srgbClr val="5F7387"/>
                </a:solidFill>
              </a:defRPr>
            </a:pPr>
            <a:r>
              <a:rPr sz="1200" b="0" i="0">
                <a:solidFill>
                  <a:srgbClr val="5F7387"/>
                </a:solidFill>
              </a:rPr>
              <a:t>и показывает статус</a:t>
            </a:r>
          </a:p>
        </p:txBody>
      </p:sp>
      <p:sp>
        <p:nvSpPr>
          <p:cNvPr id="6" name="">
            <a:extLst xmlns:a="http://schemas.openxmlformats.org/drawingml/2006/main">
              <a:ext uri="{FF2B5EF4-FFF2-40B4-BE49-F238E27FC236}">
                <a16:creationId xmlns:a16="http://schemas.microsoft.com/office/drawing/2014/main" id="{94C06D98-6962-4B9F-9AE8-F3AA1C0270B2}"/>
              </a:ext>
            </a:extLst>
          </p:cNvPr>
          <p:cNvSpPr>
            <a:spLocks xmlns:a="http://schemas.openxmlformats.org/drawingml/2006/main" noGrp="1"/>
          </p:cNvSpPr>
          <p:nvPr/>
        </p:nvSpPr>
        <p:spPr>
          <a:xfrm xmlns:a="http://schemas.openxmlformats.org/drawingml/2006/main">
            <a:off x="609600" y="3105150"/>
            <a:ext cx="22479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7E5F0"/>
            </a:solidFill>
            <a:prstDash val="solid"/>
          </a:ln>
        </p:spPr>
      </p:sp>
      <p:sp>
        <p:nvSpPr>
          <p:cNvPr id="7" name="">
            <a:extLst xmlns:a="http://schemas.openxmlformats.org/drawingml/2006/main">
              <a:ext uri="{FF2B5EF4-FFF2-40B4-BE49-F238E27FC236}">
                <a16:creationId xmlns:a16="http://schemas.microsoft.com/office/drawing/2014/main" id="{01BB1D37-3DD3-478F-A8F7-888C974B96D1}"/>
              </a:ext>
            </a:extLst>
          </p:cNvPr>
          <p:cNvSpPr>
            <a:spLocks xmlns:a="http://schemas.openxmlformats.org/drawingml/2006/main" noGrp="1"/>
          </p:cNvSpPr>
          <p:nvPr/>
        </p:nvSpPr>
        <p:spPr>
          <a:xfrm xmlns:a="http://schemas.openxmlformats.org/drawingml/2006/main">
            <a:off x="819150" y="3305175"/>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0263E"/>
                </a:solidFill>
              </a:defRPr>
            </a:pPr>
            <a:r>
              <a:rPr sz="1575" b="1" i="0">
                <a:solidFill>
                  <a:srgbClr val="10263E"/>
                </a:solidFill>
              </a:rPr>
              <a:t>Админ-панель</a:t>
            </a:r>
          </a:p>
        </p:txBody>
      </p:sp>
      <p:sp>
        <p:nvSpPr>
          <p:cNvPr id="8" name="">
            <a:extLst xmlns:a="http://schemas.openxmlformats.org/drawingml/2006/main">
              <a:ext uri="{FF2B5EF4-FFF2-40B4-BE49-F238E27FC236}">
                <a16:creationId xmlns:a16="http://schemas.microsoft.com/office/drawing/2014/main" id="{BB2E5CCA-AFB1-4AE5-B346-3BEFFE25DCFE}"/>
              </a:ext>
            </a:extLst>
          </p:cNvPr>
          <p:cNvSpPr>
            <a:spLocks xmlns:a="http://schemas.openxmlformats.org/drawingml/2006/main" noGrp="1"/>
          </p:cNvSpPr>
          <p:nvPr/>
        </p:nvSpPr>
        <p:spPr>
          <a:xfrm xmlns:a="http://schemas.openxmlformats.org/drawingml/2006/main">
            <a:off x="819150" y="36957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Продажи и контроль</a:t>
            </a:r>
          </a:p>
        </p:txBody>
      </p:sp>
      <p:sp>
        <p:nvSpPr>
          <p:cNvPr id="9" name="">
            <a:extLst xmlns:a="http://schemas.openxmlformats.org/drawingml/2006/main">
              <a:ext uri="{FF2B5EF4-FFF2-40B4-BE49-F238E27FC236}">
                <a16:creationId xmlns:a16="http://schemas.microsoft.com/office/drawing/2014/main" id="{B978EDAD-9536-4D34-A47F-BE51495BA287}"/>
              </a:ext>
            </a:extLst>
          </p:cNvPr>
          <p:cNvSpPr>
            <a:spLocks xmlns:a="http://schemas.openxmlformats.org/drawingml/2006/main" noGrp="1"/>
          </p:cNvSpPr>
          <p:nvPr/>
        </p:nvSpPr>
        <p:spPr>
          <a:xfrm xmlns:a="http://schemas.openxmlformats.org/drawingml/2006/main">
            <a:off x="2895600" y="2038350"/>
            <a:ext cx="495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10" name="">
            <a:extLst xmlns:a="http://schemas.openxmlformats.org/drawingml/2006/main">
              <a:ext uri="{FF2B5EF4-FFF2-40B4-BE49-F238E27FC236}">
                <a16:creationId xmlns:a16="http://schemas.microsoft.com/office/drawing/2014/main" id="{50F4DAF0-D2BB-4FEE-9F71-66454330611E}"/>
              </a:ext>
            </a:extLst>
          </p:cNvPr>
          <p:cNvSpPr>
            <a:spLocks xmlns:a="http://schemas.openxmlformats.org/drawingml/2006/main" noGrp="1"/>
          </p:cNvSpPr>
          <p:nvPr/>
        </p:nvSpPr>
        <p:spPr>
          <a:xfrm xmlns:a="http://schemas.openxmlformats.org/drawingml/2006/main">
            <a:off x="2895600" y="3371850"/>
            <a:ext cx="495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11" name="">
            <a:extLst xmlns:a="http://schemas.openxmlformats.org/drawingml/2006/main">
              <a:ext uri="{FF2B5EF4-FFF2-40B4-BE49-F238E27FC236}">
                <a16:creationId xmlns:a16="http://schemas.microsoft.com/office/drawing/2014/main" id="{E05031A4-E207-4E47-BF3E-C35CA139B02E}"/>
              </a:ext>
            </a:extLst>
          </p:cNvPr>
          <p:cNvSpPr>
            <a:spLocks xmlns:a="http://schemas.openxmlformats.org/drawingml/2006/main" noGrp="1"/>
          </p:cNvSpPr>
          <p:nvPr/>
        </p:nvSpPr>
        <p:spPr>
          <a:xfrm xmlns:a="http://schemas.openxmlformats.org/drawingml/2006/main">
            <a:off x="3409950" y="1390650"/>
            <a:ext cx="4781550" cy="3276600"/>
          </a:xfrm>
          <a:prstGeom xmlns:a="http://schemas.openxmlformats.org/drawingml/2006/main" prst="roundRect">
            <a:avLst>
              <a:gd name="adj" fmla="val 3488"/>
            </a:avLst>
          </a:prstGeom>
          <a:solidFill xmlns:a="http://schemas.openxmlformats.org/drawingml/2006/main">
            <a:srgbClr val="0B1F36"/>
          </a:solidFill>
          <a:ln xmlns:a="http://schemas.openxmlformats.org/drawingml/2006/main" w="9525">
            <a:solidFill>
              <a:srgbClr val="244A6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DD2DDD7-34CB-498A-A8E6-AC647CBF589B}"/>
              </a:ext>
            </a:extLst>
          </p:cNvPr>
          <p:cNvSpPr>
            <a:spLocks xmlns:a="http://schemas.openxmlformats.org/drawingml/2006/main" noGrp="1"/>
          </p:cNvSpPr>
          <p:nvPr/>
        </p:nvSpPr>
        <p:spPr>
          <a:xfrm xmlns:a="http://schemas.openxmlformats.org/drawingml/2006/main">
            <a:off x="3676650" y="1619250"/>
            <a:ext cx="424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FFFFFF"/>
                </a:solidFill>
              </a:defRPr>
            </a:pPr>
            <a:r>
              <a:rPr sz="1875" b="1" i="0">
                <a:solidFill>
                  <a:srgbClr val="FFFFFF"/>
                </a:solidFill>
              </a:rPr>
              <a:t>Сердце системы</a:t>
            </a:r>
          </a:p>
        </p:txBody>
      </p:sp>
      <p:sp>
        <p:nvSpPr>
          <p:cNvPr id="13" name="">
            <a:extLst xmlns:a="http://schemas.openxmlformats.org/drawingml/2006/main">
              <a:ext uri="{FF2B5EF4-FFF2-40B4-BE49-F238E27FC236}">
                <a16:creationId xmlns:a16="http://schemas.microsoft.com/office/drawing/2014/main" id="{D0778822-8967-44C2-8AA4-75E8A7C004F8}"/>
              </a:ext>
            </a:extLst>
          </p:cNvPr>
          <p:cNvSpPr>
            <a:spLocks xmlns:a="http://schemas.openxmlformats.org/drawingml/2006/main" noGrp="1"/>
          </p:cNvSpPr>
          <p:nvPr/>
        </p:nvSpPr>
        <p:spPr>
          <a:xfrm xmlns:a="http://schemas.openxmlformats.org/drawingml/2006/main">
            <a:off x="3676650" y="1990725"/>
            <a:ext cx="424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9FC2D8"/>
                </a:solidFill>
              </a:defRPr>
            </a:pPr>
            <a:r>
              <a:rPr sz="1200" b="0" i="0">
                <a:solidFill>
                  <a:srgbClr val="9FC2D8"/>
                </a:solidFill>
              </a:rPr>
              <a:t>Принимает оплату и управляет заказом</a:t>
            </a:r>
          </a:p>
        </p:txBody>
      </p:sp>
      <p:sp>
        <p:nvSpPr>
          <p:cNvPr id="14" name="">
            <a:extLst xmlns:a="http://schemas.openxmlformats.org/drawingml/2006/main">
              <a:ext uri="{FF2B5EF4-FFF2-40B4-BE49-F238E27FC236}">
                <a16:creationId xmlns:a16="http://schemas.microsoft.com/office/drawing/2014/main" id="{ED93B7DE-0E94-4C21-884D-4F5D27ED4410}"/>
              </a:ext>
            </a:extLst>
          </p:cNvPr>
          <p:cNvSpPr>
            <a:spLocks xmlns:a="http://schemas.openxmlformats.org/drawingml/2006/main" noGrp="1"/>
          </p:cNvSpPr>
          <p:nvPr/>
        </p:nvSpPr>
        <p:spPr>
          <a:xfrm xmlns:a="http://schemas.openxmlformats.org/drawingml/2006/main">
            <a:off x="3676650" y="2476500"/>
            <a:ext cx="1943100" cy="514350"/>
          </a:xfrm>
          <a:prstGeom xmlns:a="http://schemas.openxmlformats.org/drawingml/2006/main" prst="roundRect">
            <a:avLst>
              <a:gd name="adj" fmla="val 14815"/>
            </a:avLst>
          </a:prstGeom>
          <a:solidFill xmlns:a="http://schemas.openxmlformats.org/drawingml/2006/main">
            <a:srgbClr val="123553"/>
          </a:solidFill>
          <a:ln xmlns:a="http://schemas.openxmlformats.org/drawingml/2006/main" w="9525">
            <a:solidFill>
              <a:srgbClr val="2A6085"/>
            </a:solidFill>
            <a:prstDash val="solid"/>
          </a:ln>
        </p:spPr>
      </p:sp>
      <p:sp>
        <p:nvSpPr>
          <p:cNvPr id="15" name="">
            <a:extLst xmlns:a="http://schemas.openxmlformats.org/drawingml/2006/main">
              <a:ext uri="{FF2B5EF4-FFF2-40B4-BE49-F238E27FC236}">
                <a16:creationId xmlns:a16="http://schemas.microsoft.com/office/drawing/2014/main" id="{2949E997-A99D-4D5C-BBAC-22B460F35EC8}"/>
              </a:ext>
            </a:extLst>
          </p:cNvPr>
          <p:cNvSpPr>
            <a:spLocks xmlns:a="http://schemas.openxmlformats.org/drawingml/2006/main" noGrp="1"/>
          </p:cNvSpPr>
          <p:nvPr/>
        </p:nvSpPr>
        <p:spPr>
          <a:xfrm xmlns:a="http://schemas.openxmlformats.org/drawingml/2006/main">
            <a:off x="3790950" y="25622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Заказ</a:t>
            </a:r>
          </a:p>
        </p:txBody>
      </p:sp>
      <p:sp>
        <p:nvSpPr>
          <p:cNvPr id="16" name="">
            <a:extLst xmlns:a="http://schemas.openxmlformats.org/drawingml/2006/main">
              <a:ext uri="{FF2B5EF4-FFF2-40B4-BE49-F238E27FC236}">
                <a16:creationId xmlns:a16="http://schemas.microsoft.com/office/drawing/2014/main" id="{1D1BF289-25C4-4AA1-BC69-0E365A4D920D}"/>
              </a:ext>
            </a:extLst>
          </p:cNvPr>
          <p:cNvSpPr>
            <a:spLocks xmlns:a="http://schemas.openxmlformats.org/drawingml/2006/main" noGrp="1"/>
          </p:cNvSpPr>
          <p:nvPr/>
        </p:nvSpPr>
        <p:spPr>
          <a:xfrm xmlns:a="http://schemas.openxmlformats.org/drawingml/2006/main">
            <a:off x="3790950" y="2771775"/>
            <a:ext cx="171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9FC2D8"/>
                </a:solidFill>
              </a:defRPr>
            </a:pPr>
            <a:r>
              <a:rPr sz="975" b="0" i="0">
                <a:solidFill>
                  <a:srgbClr val="9FC2D8"/>
                </a:solidFill>
              </a:rPr>
              <a:t>Фиксирует цену</a:t>
            </a:r>
          </a:p>
        </p:txBody>
      </p:sp>
      <p:sp>
        <p:nvSpPr>
          <p:cNvPr id="17" name="">
            <a:extLst xmlns:a="http://schemas.openxmlformats.org/drawingml/2006/main">
              <a:ext uri="{FF2B5EF4-FFF2-40B4-BE49-F238E27FC236}">
                <a16:creationId xmlns:a16="http://schemas.microsoft.com/office/drawing/2014/main" id="{2B72D925-3B74-468B-8EBC-4EB8E75FC0ED}"/>
              </a:ext>
            </a:extLst>
          </p:cNvPr>
          <p:cNvSpPr>
            <a:spLocks xmlns:a="http://schemas.openxmlformats.org/drawingml/2006/main" noGrp="1"/>
          </p:cNvSpPr>
          <p:nvPr/>
        </p:nvSpPr>
        <p:spPr>
          <a:xfrm xmlns:a="http://schemas.openxmlformats.org/drawingml/2006/main">
            <a:off x="5791200" y="2476500"/>
            <a:ext cx="1943100" cy="514350"/>
          </a:xfrm>
          <a:prstGeom xmlns:a="http://schemas.openxmlformats.org/drawingml/2006/main" prst="roundRect">
            <a:avLst>
              <a:gd name="adj" fmla="val 14815"/>
            </a:avLst>
          </a:prstGeom>
          <a:solidFill xmlns:a="http://schemas.openxmlformats.org/drawingml/2006/main">
            <a:srgbClr val="123553"/>
          </a:solidFill>
          <a:ln xmlns:a="http://schemas.openxmlformats.org/drawingml/2006/main" w="9525">
            <a:solidFill>
              <a:srgbClr val="2A6085"/>
            </a:solidFill>
            <a:prstDash val="solid"/>
          </a:ln>
        </p:spPr>
      </p:sp>
      <p:sp>
        <p:nvSpPr>
          <p:cNvPr id="18" name="">
            <a:extLst xmlns:a="http://schemas.openxmlformats.org/drawingml/2006/main">
              <a:ext uri="{FF2B5EF4-FFF2-40B4-BE49-F238E27FC236}">
                <a16:creationId xmlns:a16="http://schemas.microsoft.com/office/drawing/2014/main" id="{CFD60D31-5EF5-44D3-9B80-70D2EC8156C3}"/>
              </a:ext>
            </a:extLst>
          </p:cNvPr>
          <p:cNvSpPr>
            <a:spLocks xmlns:a="http://schemas.openxmlformats.org/drawingml/2006/main" noGrp="1"/>
          </p:cNvSpPr>
          <p:nvPr/>
        </p:nvSpPr>
        <p:spPr>
          <a:xfrm xmlns:a="http://schemas.openxmlformats.org/drawingml/2006/main">
            <a:off x="5905500" y="25622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Оплата</a:t>
            </a:r>
          </a:p>
        </p:txBody>
      </p:sp>
      <p:sp>
        <p:nvSpPr>
          <p:cNvPr id="19" name="">
            <a:extLst xmlns:a="http://schemas.openxmlformats.org/drawingml/2006/main">
              <a:ext uri="{FF2B5EF4-FFF2-40B4-BE49-F238E27FC236}">
                <a16:creationId xmlns:a16="http://schemas.microsoft.com/office/drawing/2014/main" id="{6995C33C-1F53-458A-8642-DF5A060A6E69}"/>
              </a:ext>
            </a:extLst>
          </p:cNvPr>
          <p:cNvSpPr>
            <a:spLocks xmlns:a="http://schemas.openxmlformats.org/drawingml/2006/main" noGrp="1"/>
          </p:cNvSpPr>
          <p:nvPr/>
        </p:nvSpPr>
        <p:spPr>
          <a:xfrm xmlns:a="http://schemas.openxmlformats.org/drawingml/2006/main">
            <a:off x="5905500" y="2771775"/>
            <a:ext cx="171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9FC2D8"/>
                </a:solidFill>
              </a:defRPr>
            </a:pPr>
            <a:r>
              <a:rPr sz="975" b="0" i="0">
                <a:solidFill>
                  <a:srgbClr val="9FC2D8"/>
                </a:solidFill>
              </a:rPr>
              <a:t>Проверяет платёж</a:t>
            </a:r>
          </a:p>
        </p:txBody>
      </p:sp>
      <p:sp>
        <p:nvSpPr>
          <p:cNvPr id="20" name="">
            <a:extLst xmlns:a="http://schemas.openxmlformats.org/drawingml/2006/main">
              <a:ext uri="{FF2B5EF4-FFF2-40B4-BE49-F238E27FC236}">
                <a16:creationId xmlns:a16="http://schemas.microsoft.com/office/drawing/2014/main" id="{29D0FB5A-BCD0-4181-BFF2-06763695FC25}"/>
              </a:ext>
            </a:extLst>
          </p:cNvPr>
          <p:cNvSpPr>
            <a:spLocks xmlns:a="http://schemas.openxmlformats.org/drawingml/2006/main" noGrp="1"/>
          </p:cNvSpPr>
          <p:nvPr/>
        </p:nvSpPr>
        <p:spPr>
          <a:xfrm xmlns:a="http://schemas.openxmlformats.org/drawingml/2006/main">
            <a:off x="3676650" y="3162300"/>
            <a:ext cx="1943100" cy="514350"/>
          </a:xfrm>
          <a:prstGeom xmlns:a="http://schemas.openxmlformats.org/drawingml/2006/main" prst="roundRect">
            <a:avLst>
              <a:gd name="adj" fmla="val 14815"/>
            </a:avLst>
          </a:prstGeom>
          <a:solidFill xmlns:a="http://schemas.openxmlformats.org/drawingml/2006/main">
            <a:srgbClr val="123553"/>
          </a:solidFill>
          <a:ln xmlns:a="http://schemas.openxmlformats.org/drawingml/2006/main" w="9525">
            <a:solidFill>
              <a:srgbClr val="2A6085"/>
            </a:solidFill>
            <a:prstDash val="solid"/>
          </a:ln>
        </p:spPr>
      </p:sp>
      <p:sp>
        <p:nvSpPr>
          <p:cNvPr id="21" name="">
            <a:extLst xmlns:a="http://schemas.openxmlformats.org/drawingml/2006/main">
              <a:ext uri="{FF2B5EF4-FFF2-40B4-BE49-F238E27FC236}">
                <a16:creationId xmlns:a16="http://schemas.microsoft.com/office/drawing/2014/main" id="{069ADAB6-CA21-45EE-B5B0-99C36200AEF6}"/>
              </a:ext>
            </a:extLst>
          </p:cNvPr>
          <p:cNvSpPr>
            <a:spLocks xmlns:a="http://schemas.openxmlformats.org/drawingml/2006/main" noGrp="1"/>
          </p:cNvSpPr>
          <p:nvPr/>
        </p:nvSpPr>
        <p:spPr>
          <a:xfrm xmlns:a="http://schemas.openxmlformats.org/drawingml/2006/main">
            <a:off x="3790950" y="32480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Выдача</a:t>
            </a:r>
          </a:p>
        </p:txBody>
      </p:sp>
      <p:sp>
        <p:nvSpPr>
          <p:cNvPr id="22" name="">
            <a:extLst xmlns:a="http://schemas.openxmlformats.org/drawingml/2006/main">
              <a:ext uri="{FF2B5EF4-FFF2-40B4-BE49-F238E27FC236}">
                <a16:creationId xmlns:a16="http://schemas.microsoft.com/office/drawing/2014/main" id="{E98E1EF5-5175-4E4A-90F0-36B452F0A778}"/>
              </a:ext>
            </a:extLst>
          </p:cNvPr>
          <p:cNvSpPr>
            <a:spLocks xmlns:a="http://schemas.openxmlformats.org/drawingml/2006/main" noGrp="1"/>
          </p:cNvSpPr>
          <p:nvPr/>
        </p:nvSpPr>
        <p:spPr>
          <a:xfrm xmlns:a="http://schemas.openxmlformats.org/drawingml/2006/main">
            <a:off x="3790950" y="3457575"/>
            <a:ext cx="171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9FC2D8"/>
                </a:solidFill>
              </a:defRPr>
            </a:pPr>
            <a:r>
              <a:rPr sz="975" b="0" i="0">
                <a:solidFill>
                  <a:srgbClr val="9FC2D8"/>
                </a:solidFill>
              </a:rPr>
              <a:t>Отправляет Stars</a:t>
            </a:r>
          </a:p>
        </p:txBody>
      </p:sp>
      <p:sp>
        <p:nvSpPr>
          <p:cNvPr id="23" name="">
            <a:extLst xmlns:a="http://schemas.openxmlformats.org/drawingml/2006/main">
              <a:ext uri="{FF2B5EF4-FFF2-40B4-BE49-F238E27FC236}">
                <a16:creationId xmlns:a16="http://schemas.microsoft.com/office/drawing/2014/main" id="{638CCEBA-3886-43E2-BAB3-0C5B2BB55C37}"/>
              </a:ext>
            </a:extLst>
          </p:cNvPr>
          <p:cNvSpPr>
            <a:spLocks xmlns:a="http://schemas.openxmlformats.org/drawingml/2006/main" noGrp="1"/>
          </p:cNvSpPr>
          <p:nvPr/>
        </p:nvSpPr>
        <p:spPr>
          <a:xfrm xmlns:a="http://schemas.openxmlformats.org/drawingml/2006/main">
            <a:off x="5791200" y="3162300"/>
            <a:ext cx="1943100" cy="514350"/>
          </a:xfrm>
          <a:prstGeom xmlns:a="http://schemas.openxmlformats.org/drawingml/2006/main" prst="roundRect">
            <a:avLst>
              <a:gd name="adj" fmla="val 14815"/>
            </a:avLst>
          </a:prstGeom>
          <a:solidFill xmlns:a="http://schemas.openxmlformats.org/drawingml/2006/main">
            <a:srgbClr val="123553"/>
          </a:solidFill>
          <a:ln xmlns:a="http://schemas.openxmlformats.org/drawingml/2006/main" w="9525">
            <a:solidFill>
              <a:srgbClr val="2A6085"/>
            </a:solidFill>
            <a:prstDash val="solid"/>
          </a:ln>
        </p:spPr>
      </p:sp>
      <p:sp>
        <p:nvSpPr>
          <p:cNvPr id="24" name="">
            <a:extLst xmlns:a="http://schemas.openxmlformats.org/drawingml/2006/main">
              <a:ext uri="{FF2B5EF4-FFF2-40B4-BE49-F238E27FC236}">
                <a16:creationId xmlns:a16="http://schemas.microsoft.com/office/drawing/2014/main" id="{EE7E55AF-CA3A-460C-81A0-8E132ED1ECBE}"/>
              </a:ext>
            </a:extLst>
          </p:cNvPr>
          <p:cNvSpPr>
            <a:spLocks xmlns:a="http://schemas.openxmlformats.org/drawingml/2006/main" noGrp="1"/>
          </p:cNvSpPr>
          <p:nvPr/>
        </p:nvSpPr>
        <p:spPr>
          <a:xfrm xmlns:a="http://schemas.openxmlformats.org/drawingml/2006/main">
            <a:off x="5905500" y="32480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Защита</a:t>
            </a:r>
          </a:p>
        </p:txBody>
      </p:sp>
      <p:sp>
        <p:nvSpPr>
          <p:cNvPr id="25" name="">
            <a:extLst xmlns:a="http://schemas.openxmlformats.org/drawingml/2006/main">
              <a:ext uri="{FF2B5EF4-FFF2-40B4-BE49-F238E27FC236}">
                <a16:creationId xmlns:a16="http://schemas.microsoft.com/office/drawing/2014/main" id="{75A16CF0-6DB5-412E-84DE-51B531977F9E}"/>
              </a:ext>
            </a:extLst>
          </p:cNvPr>
          <p:cNvSpPr>
            <a:spLocks xmlns:a="http://schemas.openxmlformats.org/drawingml/2006/main" noGrp="1"/>
          </p:cNvSpPr>
          <p:nvPr/>
        </p:nvSpPr>
        <p:spPr>
          <a:xfrm xmlns:a="http://schemas.openxmlformats.org/drawingml/2006/main">
            <a:off x="5905500" y="3457575"/>
            <a:ext cx="171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9FC2D8"/>
                </a:solidFill>
              </a:defRPr>
            </a:pPr>
            <a:r>
              <a:rPr sz="975" b="0" i="0">
                <a:solidFill>
                  <a:srgbClr val="9FC2D8"/>
                </a:solidFill>
              </a:rPr>
              <a:t>Не допускает дублей</a:t>
            </a:r>
          </a:p>
        </p:txBody>
      </p:sp>
      <p:sp>
        <p:nvSpPr>
          <p:cNvPr id="26" name="">
            <a:extLst xmlns:a="http://schemas.openxmlformats.org/drawingml/2006/main">
              <a:ext uri="{FF2B5EF4-FFF2-40B4-BE49-F238E27FC236}">
                <a16:creationId xmlns:a16="http://schemas.microsoft.com/office/drawing/2014/main" id="{E4AE2E16-03E5-4E86-9AE2-300E6E2BB8EB}"/>
              </a:ext>
            </a:extLst>
          </p:cNvPr>
          <p:cNvSpPr>
            <a:spLocks xmlns:a="http://schemas.openxmlformats.org/drawingml/2006/main" noGrp="1"/>
          </p:cNvSpPr>
          <p:nvPr/>
        </p:nvSpPr>
        <p:spPr>
          <a:xfrm xmlns:a="http://schemas.openxmlformats.org/drawingml/2006/main">
            <a:off x="3676650" y="3848100"/>
            <a:ext cx="1943100" cy="514350"/>
          </a:xfrm>
          <a:prstGeom xmlns:a="http://schemas.openxmlformats.org/drawingml/2006/main" prst="roundRect">
            <a:avLst>
              <a:gd name="adj" fmla="val 14815"/>
            </a:avLst>
          </a:prstGeom>
          <a:solidFill xmlns:a="http://schemas.openxmlformats.org/drawingml/2006/main">
            <a:srgbClr val="123553"/>
          </a:solidFill>
          <a:ln xmlns:a="http://schemas.openxmlformats.org/drawingml/2006/main" w="9525">
            <a:solidFill>
              <a:srgbClr val="2A6085"/>
            </a:solidFill>
            <a:prstDash val="solid"/>
          </a:ln>
        </p:spPr>
      </p:sp>
      <p:sp>
        <p:nvSpPr>
          <p:cNvPr id="27" name="">
            <a:extLst xmlns:a="http://schemas.openxmlformats.org/drawingml/2006/main">
              <a:ext uri="{FF2B5EF4-FFF2-40B4-BE49-F238E27FC236}">
                <a16:creationId xmlns:a16="http://schemas.microsoft.com/office/drawing/2014/main" id="{B9671CD0-CC43-41C1-BF4B-F0D1C290D118}"/>
              </a:ext>
            </a:extLst>
          </p:cNvPr>
          <p:cNvSpPr>
            <a:spLocks xmlns:a="http://schemas.openxmlformats.org/drawingml/2006/main" noGrp="1"/>
          </p:cNvSpPr>
          <p:nvPr/>
        </p:nvSpPr>
        <p:spPr>
          <a:xfrm xmlns:a="http://schemas.openxmlformats.org/drawingml/2006/main">
            <a:off x="3790950" y="39338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Контроль</a:t>
            </a:r>
          </a:p>
        </p:txBody>
      </p:sp>
      <p:sp>
        <p:nvSpPr>
          <p:cNvPr id="28" name="">
            <a:extLst xmlns:a="http://schemas.openxmlformats.org/drawingml/2006/main">
              <a:ext uri="{FF2B5EF4-FFF2-40B4-BE49-F238E27FC236}">
                <a16:creationId xmlns:a16="http://schemas.microsoft.com/office/drawing/2014/main" id="{5BEB2CA5-12BC-43C6-94D8-B552644ACC88}"/>
              </a:ext>
            </a:extLst>
          </p:cNvPr>
          <p:cNvSpPr>
            <a:spLocks xmlns:a="http://schemas.openxmlformats.org/drawingml/2006/main" noGrp="1"/>
          </p:cNvSpPr>
          <p:nvPr/>
        </p:nvSpPr>
        <p:spPr>
          <a:xfrm xmlns:a="http://schemas.openxmlformats.org/drawingml/2006/main">
            <a:off x="3790950" y="4143375"/>
            <a:ext cx="171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9FC2D8"/>
                </a:solidFill>
              </a:defRPr>
            </a:pPr>
            <a:r>
              <a:rPr sz="975" b="0" i="0">
                <a:solidFill>
                  <a:srgbClr val="9FC2D8"/>
                </a:solidFill>
              </a:rPr>
              <a:t>Показывает продажи</a:t>
            </a:r>
          </a:p>
        </p:txBody>
      </p:sp>
      <p:sp>
        <p:nvSpPr>
          <p:cNvPr id="29" name="">
            <a:extLst xmlns:a="http://schemas.openxmlformats.org/drawingml/2006/main">
              <a:ext uri="{FF2B5EF4-FFF2-40B4-BE49-F238E27FC236}">
                <a16:creationId xmlns:a16="http://schemas.microsoft.com/office/drawing/2014/main" id="{9BA0A96C-9811-4BF1-B521-F96EB0D71DB0}"/>
              </a:ext>
            </a:extLst>
          </p:cNvPr>
          <p:cNvSpPr>
            <a:spLocks xmlns:a="http://schemas.openxmlformats.org/drawingml/2006/main" noGrp="1"/>
          </p:cNvSpPr>
          <p:nvPr/>
        </p:nvSpPr>
        <p:spPr>
          <a:xfrm xmlns:a="http://schemas.openxmlformats.org/drawingml/2006/main">
            <a:off x="5791200" y="3848100"/>
            <a:ext cx="1943100" cy="514350"/>
          </a:xfrm>
          <a:prstGeom xmlns:a="http://schemas.openxmlformats.org/drawingml/2006/main" prst="roundRect">
            <a:avLst>
              <a:gd name="adj" fmla="val 14815"/>
            </a:avLst>
          </a:prstGeom>
          <a:solidFill xmlns:a="http://schemas.openxmlformats.org/drawingml/2006/main">
            <a:srgbClr val="123553"/>
          </a:solidFill>
          <a:ln xmlns:a="http://schemas.openxmlformats.org/drawingml/2006/main" w="9525">
            <a:solidFill>
              <a:srgbClr val="2A6085"/>
            </a:solidFill>
            <a:prstDash val="solid"/>
          </a:ln>
        </p:spPr>
      </p:sp>
      <p:sp>
        <p:nvSpPr>
          <p:cNvPr id="30" name="">
            <a:extLst xmlns:a="http://schemas.openxmlformats.org/drawingml/2006/main">
              <a:ext uri="{FF2B5EF4-FFF2-40B4-BE49-F238E27FC236}">
                <a16:creationId xmlns:a16="http://schemas.microsoft.com/office/drawing/2014/main" id="{2CBD7322-A48E-4E8D-A111-CBD1C1258EF2}"/>
              </a:ext>
            </a:extLst>
          </p:cNvPr>
          <p:cNvSpPr>
            <a:spLocks xmlns:a="http://schemas.openxmlformats.org/drawingml/2006/main" noGrp="1"/>
          </p:cNvSpPr>
          <p:nvPr/>
        </p:nvSpPr>
        <p:spPr>
          <a:xfrm xmlns:a="http://schemas.openxmlformats.org/drawingml/2006/main">
            <a:off x="5905500" y="39338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Сообщения</a:t>
            </a:r>
          </a:p>
        </p:txBody>
      </p:sp>
      <p:sp>
        <p:nvSpPr>
          <p:cNvPr id="31" name="">
            <a:extLst xmlns:a="http://schemas.openxmlformats.org/drawingml/2006/main">
              <a:ext uri="{FF2B5EF4-FFF2-40B4-BE49-F238E27FC236}">
                <a16:creationId xmlns:a16="http://schemas.microsoft.com/office/drawing/2014/main" id="{4F08AE21-EF4D-47D5-839D-40AB8805364E}"/>
              </a:ext>
            </a:extLst>
          </p:cNvPr>
          <p:cNvSpPr>
            <a:spLocks xmlns:a="http://schemas.openxmlformats.org/drawingml/2006/main" noGrp="1"/>
          </p:cNvSpPr>
          <p:nvPr/>
        </p:nvSpPr>
        <p:spPr>
          <a:xfrm xmlns:a="http://schemas.openxmlformats.org/drawingml/2006/main">
            <a:off x="5905500" y="4143375"/>
            <a:ext cx="171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9FC2D8"/>
                </a:solidFill>
              </a:defRPr>
            </a:pPr>
            <a:r>
              <a:rPr sz="975" b="0" i="0">
                <a:solidFill>
                  <a:srgbClr val="9FC2D8"/>
                </a:solidFill>
              </a:rPr>
              <a:t>Обновляет статус</a:t>
            </a:r>
          </a:p>
        </p:txBody>
      </p:sp>
      <p:sp>
        <p:nvSpPr>
          <p:cNvPr id="32" name="">
            <a:extLst xmlns:a="http://schemas.openxmlformats.org/drawingml/2006/main">
              <a:ext uri="{FF2B5EF4-FFF2-40B4-BE49-F238E27FC236}">
                <a16:creationId xmlns:a16="http://schemas.microsoft.com/office/drawing/2014/main" id="{AE88E674-5954-4AAB-8365-12D65316073F}"/>
              </a:ext>
            </a:extLst>
          </p:cNvPr>
          <p:cNvSpPr>
            <a:spLocks xmlns:a="http://schemas.openxmlformats.org/drawingml/2006/main" noGrp="1"/>
          </p:cNvSpPr>
          <p:nvPr/>
        </p:nvSpPr>
        <p:spPr>
          <a:xfrm xmlns:a="http://schemas.openxmlformats.org/drawingml/2006/main">
            <a:off x="8220075" y="18859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33" name="">
            <a:extLst xmlns:a="http://schemas.openxmlformats.org/drawingml/2006/main">
              <a:ext uri="{FF2B5EF4-FFF2-40B4-BE49-F238E27FC236}">
                <a16:creationId xmlns:a16="http://schemas.microsoft.com/office/drawing/2014/main" id="{489B51D9-C5E0-4A32-8BBF-7172B99D6292}"/>
              </a:ext>
            </a:extLst>
          </p:cNvPr>
          <p:cNvSpPr>
            <a:spLocks xmlns:a="http://schemas.openxmlformats.org/drawingml/2006/main" noGrp="1"/>
          </p:cNvSpPr>
          <p:nvPr/>
        </p:nvSpPr>
        <p:spPr>
          <a:xfrm xmlns:a="http://schemas.openxmlformats.org/drawingml/2006/main">
            <a:off x="8220075" y="3143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229ED9"/>
                </a:solidFill>
              </a:defRPr>
            </a:pPr>
            <a:r>
              <a:rPr sz="2325" b="1" i="0">
                <a:solidFill>
                  <a:srgbClr val="229ED9"/>
                </a:solidFill>
              </a:rPr>
              <a:t>→</a:t>
            </a:r>
          </a:p>
        </p:txBody>
      </p:sp>
      <p:sp>
        <p:nvSpPr>
          <p:cNvPr id="34" name="">
            <a:extLst xmlns:a="http://schemas.openxmlformats.org/drawingml/2006/main">
              <a:ext uri="{FF2B5EF4-FFF2-40B4-BE49-F238E27FC236}">
                <a16:creationId xmlns:a16="http://schemas.microsoft.com/office/drawing/2014/main" id="{9F3F0887-5FC0-44D3-B190-E822AB796B2C}"/>
              </a:ext>
            </a:extLst>
          </p:cNvPr>
          <p:cNvSpPr>
            <a:spLocks xmlns:a="http://schemas.openxmlformats.org/drawingml/2006/main" noGrp="1"/>
          </p:cNvSpPr>
          <p:nvPr/>
        </p:nvSpPr>
        <p:spPr>
          <a:xfrm xmlns:a="http://schemas.openxmlformats.org/drawingml/2006/main">
            <a:off x="8686800" y="1562100"/>
            <a:ext cx="289560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7E5F0"/>
            </a:solidFill>
            <a:prstDash val="solid"/>
          </a:ln>
        </p:spPr>
      </p:sp>
      <p:sp>
        <p:nvSpPr>
          <p:cNvPr id="35" name="">
            <a:extLst xmlns:a="http://schemas.openxmlformats.org/drawingml/2006/main">
              <a:ext uri="{FF2B5EF4-FFF2-40B4-BE49-F238E27FC236}">
                <a16:creationId xmlns:a16="http://schemas.microsoft.com/office/drawing/2014/main" id="{68560006-D2CF-46F8-9D52-4E5FF573A849}"/>
              </a:ext>
            </a:extLst>
          </p:cNvPr>
          <p:cNvSpPr>
            <a:spLocks xmlns:a="http://schemas.openxmlformats.org/drawingml/2006/main" noGrp="1"/>
          </p:cNvSpPr>
          <p:nvPr/>
        </p:nvSpPr>
        <p:spPr>
          <a:xfrm xmlns:a="http://schemas.openxmlformats.org/drawingml/2006/main">
            <a:off x="8915400" y="175260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0263E"/>
                </a:solidFill>
              </a:defRPr>
            </a:pPr>
            <a:r>
              <a:rPr sz="1650" b="1" i="0">
                <a:solidFill>
                  <a:srgbClr val="10263E"/>
                </a:solidFill>
              </a:rPr>
              <a:t>YooKassa</a:t>
            </a:r>
          </a:p>
        </p:txBody>
      </p:sp>
      <p:sp>
        <p:nvSpPr>
          <p:cNvPr id="36" name="">
            <a:extLst xmlns:a="http://schemas.openxmlformats.org/drawingml/2006/main">
              <a:ext uri="{FF2B5EF4-FFF2-40B4-BE49-F238E27FC236}">
                <a16:creationId xmlns:a16="http://schemas.microsoft.com/office/drawing/2014/main" id="{77F9B1DD-46FD-4DBD-B1F6-670D08B06C39}"/>
              </a:ext>
            </a:extLst>
          </p:cNvPr>
          <p:cNvSpPr>
            <a:spLocks xmlns:a="http://schemas.openxmlformats.org/drawingml/2006/main" noGrp="1"/>
          </p:cNvSpPr>
          <p:nvPr/>
        </p:nvSpPr>
        <p:spPr>
          <a:xfrm xmlns:a="http://schemas.openxmlformats.org/drawingml/2006/main">
            <a:off x="8915400" y="2143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Принимает оплату в рублях</a:t>
            </a:r>
          </a:p>
        </p:txBody>
      </p:sp>
      <p:sp>
        <p:nvSpPr>
          <p:cNvPr id="37" name="">
            <a:extLst xmlns:a="http://schemas.openxmlformats.org/drawingml/2006/main">
              <a:ext uri="{FF2B5EF4-FFF2-40B4-BE49-F238E27FC236}">
                <a16:creationId xmlns:a16="http://schemas.microsoft.com/office/drawing/2014/main" id="{B9AB7451-84EA-472F-A244-A35E698054E7}"/>
              </a:ext>
            </a:extLst>
          </p:cNvPr>
          <p:cNvSpPr>
            <a:spLocks xmlns:a="http://schemas.openxmlformats.org/drawingml/2006/main" noGrp="1"/>
          </p:cNvSpPr>
          <p:nvPr/>
        </p:nvSpPr>
        <p:spPr>
          <a:xfrm xmlns:a="http://schemas.openxmlformats.org/drawingml/2006/main">
            <a:off x="8686800" y="3009900"/>
            <a:ext cx="289560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7E5F0"/>
            </a:solidFill>
            <a:prstDash val="solid"/>
          </a:ln>
        </p:spPr>
      </p:sp>
      <p:sp>
        <p:nvSpPr>
          <p:cNvPr id="38" name="">
            <a:extLst xmlns:a="http://schemas.openxmlformats.org/drawingml/2006/main">
              <a:ext uri="{FF2B5EF4-FFF2-40B4-BE49-F238E27FC236}">
                <a16:creationId xmlns:a16="http://schemas.microsoft.com/office/drawing/2014/main" id="{991D13CC-D656-43F0-A3EF-397A286DEC9F}"/>
              </a:ext>
            </a:extLst>
          </p:cNvPr>
          <p:cNvSpPr>
            <a:spLocks xmlns:a="http://schemas.openxmlformats.org/drawingml/2006/main" noGrp="1"/>
          </p:cNvSpPr>
          <p:nvPr/>
        </p:nvSpPr>
        <p:spPr>
          <a:xfrm xmlns:a="http://schemas.openxmlformats.org/drawingml/2006/main">
            <a:off x="8915400" y="320040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0263E"/>
                </a:solidFill>
              </a:defRPr>
            </a:pPr>
            <a:r>
              <a:rPr sz="1650" b="1" i="0">
                <a:solidFill>
                  <a:srgbClr val="10263E"/>
                </a:solidFill>
              </a:rPr>
              <a:t>Fragment API</a:t>
            </a:r>
          </a:p>
        </p:txBody>
      </p:sp>
      <p:sp>
        <p:nvSpPr>
          <p:cNvPr id="39" name="">
            <a:extLst xmlns:a="http://schemas.openxmlformats.org/drawingml/2006/main">
              <a:ext uri="{FF2B5EF4-FFF2-40B4-BE49-F238E27FC236}">
                <a16:creationId xmlns:a16="http://schemas.microsoft.com/office/drawing/2014/main" id="{4944DDC6-B95A-4627-8803-C9E9D77027BB}"/>
              </a:ext>
            </a:extLst>
          </p:cNvPr>
          <p:cNvSpPr>
            <a:spLocks xmlns:a="http://schemas.openxmlformats.org/drawingml/2006/main" noGrp="1"/>
          </p:cNvSpPr>
          <p:nvPr/>
        </p:nvSpPr>
        <p:spPr>
          <a:xfrm xmlns:a="http://schemas.openxmlformats.org/drawingml/2006/main">
            <a:off x="8915400" y="35909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Цена и покупка Stars</a:t>
            </a:r>
          </a:p>
        </p:txBody>
      </p:sp>
      <p:sp>
        <p:nvSpPr>
          <p:cNvPr id="40" name="">
            <a:extLst xmlns:a="http://schemas.openxmlformats.org/drawingml/2006/main">
              <a:ext uri="{FF2B5EF4-FFF2-40B4-BE49-F238E27FC236}">
                <a16:creationId xmlns:a16="http://schemas.microsoft.com/office/drawing/2014/main" id="{62D6B173-DE36-4D24-9395-AD0BA48F5918}"/>
              </a:ext>
            </a:extLst>
          </p:cNvPr>
          <p:cNvSpPr>
            <a:spLocks xmlns:a="http://schemas.openxmlformats.org/drawingml/2006/main" noGrp="1"/>
          </p:cNvSpPr>
          <p:nvPr/>
        </p:nvSpPr>
        <p:spPr>
          <a:xfrm xmlns:a="http://schemas.openxmlformats.org/drawingml/2006/main">
            <a:off x="3409950" y="5000625"/>
            <a:ext cx="817245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D7E5F0"/>
            </a:solidFill>
            <a:prstDash val="solid"/>
          </a:ln>
        </p:spPr>
      </p:sp>
      <p:sp>
        <p:nvSpPr>
          <p:cNvPr id="41" name="">
            <a:extLst xmlns:a="http://schemas.openxmlformats.org/drawingml/2006/main">
              <a:ext uri="{FF2B5EF4-FFF2-40B4-BE49-F238E27FC236}">
                <a16:creationId xmlns:a16="http://schemas.microsoft.com/office/drawing/2014/main" id="{4774BFEE-A27A-46F0-BBF6-E97B61D03D80}"/>
              </a:ext>
            </a:extLst>
          </p:cNvPr>
          <p:cNvSpPr>
            <a:spLocks xmlns:a="http://schemas.openxmlformats.org/drawingml/2006/main" noGrp="1"/>
          </p:cNvSpPr>
          <p:nvPr/>
        </p:nvSpPr>
        <p:spPr>
          <a:xfrm xmlns:a="http://schemas.openxmlformats.org/drawingml/2006/main">
            <a:off x="3676650" y="52006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0263E"/>
                </a:solidFill>
              </a:defRPr>
            </a:pPr>
            <a:r>
              <a:rPr sz="1350" b="1" i="0">
                <a:solidFill>
                  <a:srgbClr val="10263E"/>
                </a:solidFill>
              </a:rPr>
              <a:t>История сохранена</a:t>
            </a:r>
          </a:p>
        </p:txBody>
      </p:sp>
      <p:sp>
        <p:nvSpPr>
          <p:cNvPr id="42" name="">
            <a:extLst xmlns:a="http://schemas.openxmlformats.org/drawingml/2006/main">
              <a:ext uri="{FF2B5EF4-FFF2-40B4-BE49-F238E27FC236}">
                <a16:creationId xmlns:a16="http://schemas.microsoft.com/office/drawing/2014/main" id="{5754B900-5B98-4A35-9C06-095DE06B85F4}"/>
              </a:ext>
            </a:extLst>
          </p:cNvPr>
          <p:cNvSpPr>
            <a:spLocks xmlns:a="http://schemas.openxmlformats.org/drawingml/2006/main" noGrp="1"/>
          </p:cNvSpPr>
          <p:nvPr/>
        </p:nvSpPr>
        <p:spPr>
          <a:xfrm xmlns:a="http://schemas.openxmlformats.org/drawingml/2006/main">
            <a:off x="5810250" y="5229225"/>
            <a:ext cx="546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Заказы · платежи · выдачи · действия администраторов</a:t>
            </a:r>
          </a:p>
        </p:txBody>
      </p:sp>
      <p:sp>
        <p:nvSpPr>
          <p:cNvPr id="43" name="">
            <a:extLst xmlns:a="http://schemas.openxmlformats.org/drawingml/2006/main">
              <a:ext uri="{FF2B5EF4-FFF2-40B4-BE49-F238E27FC236}">
                <a16:creationId xmlns:a16="http://schemas.microsoft.com/office/drawing/2014/main" id="{C98FA990-C9C2-4E90-8654-BF43D25A712B}"/>
              </a:ext>
            </a:extLst>
          </p:cNvPr>
          <p:cNvSpPr>
            <a:spLocks xmlns:a="http://schemas.openxmlformats.org/drawingml/2006/main" noGrp="1"/>
          </p:cNvSpPr>
          <p:nvPr/>
        </p:nvSpPr>
        <p:spPr>
          <a:xfrm xmlns:a="http://schemas.openxmlformats.org/drawingml/2006/main">
            <a:off x="3676650" y="5572125"/>
            <a:ext cx="7600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229ED9"/>
                </a:solidFill>
              </a:defRPr>
            </a:pPr>
            <a:r>
              <a:rPr sz="1050" b="1" i="0">
                <a:solidFill>
                  <a:srgbClr val="229ED9"/>
                </a:solidFill>
              </a:rPr>
              <a:t>Любой этап можно проверить в админ-панели</a:t>
            </a:r>
          </a:p>
        </p:txBody>
      </p:sp>
      <p:sp>
        <p:nvSpPr>
          <p:cNvPr id="44" name="">
            <a:extLst xmlns:a="http://schemas.openxmlformats.org/drawingml/2006/main">
              <a:ext uri="{FF2B5EF4-FFF2-40B4-BE49-F238E27FC236}">
                <a16:creationId xmlns:a16="http://schemas.microsoft.com/office/drawing/2014/main" id="{AA51B3AA-65EC-42BF-8040-394CDA50E9C5}"/>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45" name="">
            <a:extLst xmlns:a="http://schemas.openxmlformats.org/drawingml/2006/main">
              <a:ext uri="{FF2B5EF4-FFF2-40B4-BE49-F238E27FC236}">
                <a16:creationId xmlns:a16="http://schemas.microsoft.com/office/drawing/2014/main" id="{C8F867D5-45A1-4E5D-9CC4-853B8EA7ECD2}"/>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7387"/>
                </a:solidFill>
              </a:defRPr>
            </a:pPr>
            <a:r>
              <a:rPr sz="900" b="1" i="0">
                <a:solidFill>
                  <a:srgbClr val="5F7387"/>
                </a:solidFill>
              </a:rPr>
              <a:t>TerStars</a:t>
            </a:r>
          </a:p>
        </p:txBody>
      </p:sp>
      <p:sp>
        <p:nvSpPr>
          <p:cNvPr id="46" name="">
            <a:extLst xmlns:a="http://schemas.openxmlformats.org/drawingml/2006/main">
              <a:ext uri="{FF2B5EF4-FFF2-40B4-BE49-F238E27FC236}">
                <a16:creationId xmlns:a16="http://schemas.microsoft.com/office/drawing/2014/main" id="{9ED7A412-6B04-45C2-B3A4-3EF44B38412D}"/>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05</a:t>
            </a:r>
          </a:p>
        </p:txBody>
      </p:sp>
    </p:spTree>
    <p:extLst>
      <p:ext uri="{BB962C8B-B14F-4D97-AF65-F5344CB8AC3E}">
        <p14:creationId xmlns:p14="http://schemas.microsoft.com/office/powerpoint/2010/main" val="5678032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56F6F23-7F23-4183-B236-D1008879C5B1}"/>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29ED9"/>
                </a:solidFill>
              </a:defRPr>
            </a:pPr>
            <a:r>
              <a:rPr sz="975" b="1" i="0">
                <a:solidFill>
                  <a:srgbClr val="229ED9"/>
                </a:solidFill>
              </a:rPr>
              <a:t>TERSTARS · PRODUCT OVERVIEW</a:t>
            </a:r>
          </a:p>
        </p:txBody>
      </p:sp>
      <p:sp>
        <p:nvSpPr>
          <p:cNvPr id="2" name="">
            <a:extLst xmlns:a="http://schemas.openxmlformats.org/drawingml/2006/main">
              <a:ext uri="{FF2B5EF4-FFF2-40B4-BE49-F238E27FC236}">
                <a16:creationId xmlns:a16="http://schemas.microsoft.com/office/drawing/2014/main" id="{5C263363-759A-4EDF-A586-4D9DE7F1D22A}"/>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10263E"/>
                </a:solidFill>
              </a:defRPr>
            </a:pPr>
            <a:r>
              <a:rPr sz="2925" b="1" i="0">
                <a:solidFill>
                  <a:srgbClr val="10263E"/>
                </a:solidFill>
              </a:rPr>
              <a:t>Безопасность — простыми словами</a:t>
            </a:r>
          </a:p>
        </p:txBody>
      </p:sp>
      <p:sp>
        <p:nvSpPr>
          <p:cNvPr id="3" name="">
            <a:extLst xmlns:a="http://schemas.openxmlformats.org/drawingml/2006/main">
              <a:ext uri="{FF2B5EF4-FFF2-40B4-BE49-F238E27FC236}">
                <a16:creationId xmlns:a16="http://schemas.microsoft.com/office/drawing/2014/main" id="{B8A87A1D-97BE-4358-9E6C-4CD0D49BFF21}"/>
              </a:ext>
            </a:extLst>
          </p:cNvPr>
          <p:cNvSpPr>
            <a:spLocks xmlns:a="http://schemas.openxmlformats.org/drawingml/2006/main" noGrp="1"/>
          </p:cNvSpPr>
          <p:nvPr/>
        </p:nvSpPr>
        <p:spPr>
          <a:xfrm xmlns:a="http://schemas.openxmlformats.org/drawingml/2006/main">
            <a:off x="8763000" y="381000"/>
            <a:ext cx="2819400" cy="285750"/>
          </a:xfrm>
          <a:prstGeom xmlns:a="http://schemas.openxmlformats.org/drawingml/2006/main" prst="roundRect">
            <a:avLst>
              <a:gd name="adj" fmla="val 50000"/>
            </a:avLst>
          </a:prstGeom>
          <a:solidFill xmlns:a="http://schemas.openxmlformats.org/drawingml/2006/main">
            <a:srgbClr val="E7F8EF"/>
          </a:solidFill>
          <a:ln xmlns:a="http://schemas.openxmlformats.org/drawingml/2006/main" w="0">
            <a:solidFill>
              <a:srgbClr val="E7F8EF"/>
            </a:solidFill>
            <a:prstDash val="solid"/>
          </a:ln>
        </p:spPr>
      </p:sp>
      <p:sp>
        <p:nvSpPr>
          <p:cNvPr id="4" name="">
            <a:extLst xmlns:a="http://schemas.openxmlformats.org/drawingml/2006/main">
              <a:ext uri="{FF2B5EF4-FFF2-40B4-BE49-F238E27FC236}">
                <a16:creationId xmlns:a16="http://schemas.microsoft.com/office/drawing/2014/main" id="{29BCCF5E-864E-4A20-8FEF-2EECACED8328}"/>
              </a:ext>
            </a:extLst>
          </p:cNvPr>
          <p:cNvSpPr>
            <a:spLocks xmlns:a="http://schemas.openxmlformats.org/drawingml/2006/main" noGrp="1"/>
          </p:cNvSpPr>
          <p:nvPr/>
        </p:nvSpPr>
        <p:spPr>
          <a:xfrm xmlns:a="http://schemas.openxmlformats.org/drawingml/2006/main">
            <a:off x="8801100" y="43815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6B36A"/>
                </a:solidFill>
              </a:defRPr>
            </a:pPr>
            <a:r>
              <a:rPr sz="900" b="1" i="0">
                <a:solidFill>
                  <a:srgbClr val="26B36A"/>
                </a:solidFill>
              </a:rPr>
              <a:t>ЗАЩИТА УЖЕ ВСТРОЕНА</a:t>
            </a:r>
          </a:p>
        </p:txBody>
      </p:sp>
      <p:sp>
        <p:nvSpPr>
          <p:cNvPr id="5" name="">
            <a:extLst xmlns:a="http://schemas.openxmlformats.org/drawingml/2006/main">
              <a:ext uri="{FF2B5EF4-FFF2-40B4-BE49-F238E27FC236}">
                <a16:creationId xmlns:a16="http://schemas.microsoft.com/office/drawing/2014/main" id="{624EE4ED-E0D5-4211-A2CE-5FA38EB2D339}"/>
              </a:ext>
            </a:extLst>
          </p:cNvPr>
          <p:cNvSpPr>
            <a:spLocks xmlns:a="http://schemas.openxmlformats.org/drawingml/2006/main" noGrp="1"/>
          </p:cNvSpPr>
          <p:nvPr/>
        </p:nvSpPr>
        <p:spPr>
          <a:xfrm xmlns:a="http://schemas.openxmlformats.org/drawingml/2006/main">
            <a:off x="609600" y="1524000"/>
            <a:ext cx="5105400" cy="1790700"/>
          </a:xfrm>
          <a:prstGeom xmlns:a="http://schemas.openxmlformats.org/drawingml/2006/main" prst="roundRect">
            <a:avLst>
              <a:gd name="adj" fmla="val 6383"/>
            </a:avLst>
          </a:prstGeom>
          <a:solidFill xmlns:a="http://schemas.openxmlformats.org/drawingml/2006/main">
            <a:srgbClr val="F7FAFC"/>
          </a:solidFill>
          <a:ln xmlns:a="http://schemas.openxmlformats.org/drawingml/2006/main" w="9525">
            <a:solidFill>
              <a:srgbClr val="D7E5F0"/>
            </a:solidFill>
            <a:prstDash val="solid"/>
          </a:ln>
        </p:spPr>
      </p:sp>
      <p:sp>
        <p:nvSpPr>
          <p:cNvPr id="6" name="">
            <a:extLst xmlns:a="http://schemas.openxmlformats.org/drawingml/2006/main">
              <a:ext uri="{FF2B5EF4-FFF2-40B4-BE49-F238E27FC236}">
                <a16:creationId xmlns:a16="http://schemas.microsoft.com/office/drawing/2014/main" id="{B41D7BED-AB22-4240-BB9D-374361C7B3A6}"/>
              </a:ext>
            </a:extLst>
          </p:cNvPr>
          <p:cNvSpPr>
            <a:spLocks xmlns:a="http://schemas.openxmlformats.org/drawingml/2006/main" noGrp="1"/>
          </p:cNvSpPr>
          <p:nvPr/>
        </p:nvSpPr>
        <p:spPr>
          <a:xfrm xmlns:a="http://schemas.openxmlformats.org/drawingml/2006/main">
            <a:off x="819150" y="1714500"/>
            <a:ext cx="4572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7" name="">
            <a:extLst xmlns:a="http://schemas.openxmlformats.org/drawingml/2006/main">
              <a:ext uri="{FF2B5EF4-FFF2-40B4-BE49-F238E27FC236}">
                <a16:creationId xmlns:a16="http://schemas.microsoft.com/office/drawing/2014/main" id="{8B47CC6A-E050-44EB-9DD9-0F43B53B6A6E}"/>
              </a:ext>
            </a:extLst>
          </p:cNvPr>
          <p:cNvSpPr>
            <a:spLocks xmlns:a="http://schemas.openxmlformats.org/drawingml/2006/main" noGrp="1"/>
          </p:cNvSpPr>
          <p:nvPr/>
        </p:nvSpPr>
        <p:spPr>
          <a:xfrm xmlns:a="http://schemas.openxmlformats.org/drawingml/2006/main">
            <a:off x="857250" y="17716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01</a:t>
            </a:r>
          </a:p>
        </p:txBody>
      </p:sp>
      <p:sp>
        <p:nvSpPr>
          <p:cNvPr id="8" name="">
            <a:extLst xmlns:a="http://schemas.openxmlformats.org/drawingml/2006/main">
              <a:ext uri="{FF2B5EF4-FFF2-40B4-BE49-F238E27FC236}">
                <a16:creationId xmlns:a16="http://schemas.microsoft.com/office/drawing/2014/main" id="{2FA91EB7-76CA-47D7-BAEC-83A5B4850DE4}"/>
              </a:ext>
            </a:extLst>
          </p:cNvPr>
          <p:cNvSpPr>
            <a:spLocks xmlns:a="http://schemas.openxmlformats.org/drawingml/2006/main" noGrp="1"/>
          </p:cNvSpPr>
          <p:nvPr/>
        </p:nvSpPr>
        <p:spPr>
          <a:xfrm xmlns:a="http://schemas.openxmlformats.org/drawingml/2006/main">
            <a:off x="1447800" y="17145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0263E"/>
                </a:solidFill>
              </a:defRPr>
            </a:pPr>
            <a:r>
              <a:rPr sz="1800" b="1" i="0">
                <a:solidFill>
                  <a:srgbClr val="10263E"/>
                </a:solidFill>
              </a:rPr>
              <a:t>Stars не выдадутся дважды</a:t>
            </a:r>
          </a:p>
        </p:txBody>
      </p:sp>
      <p:sp>
        <p:nvSpPr>
          <p:cNvPr id="9" name="">
            <a:extLst xmlns:a="http://schemas.openxmlformats.org/drawingml/2006/main">
              <a:ext uri="{FF2B5EF4-FFF2-40B4-BE49-F238E27FC236}">
                <a16:creationId xmlns:a16="http://schemas.microsoft.com/office/drawing/2014/main" id="{5E715C2C-A286-4CB6-9BBD-06566EACDD5A}"/>
              </a:ext>
            </a:extLst>
          </p:cNvPr>
          <p:cNvSpPr>
            <a:spLocks xmlns:a="http://schemas.openxmlformats.org/drawingml/2006/main" noGrp="1"/>
          </p:cNvSpPr>
          <p:nvPr/>
        </p:nvSpPr>
        <p:spPr>
          <a:xfrm xmlns:a="http://schemas.openxmlformats.org/drawingml/2006/main">
            <a:off x="857250" y="227647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10" name="">
            <a:extLst xmlns:a="http://schemas.openxmlformats.org/drawingml/2006/main">
              <a:ext uri="{FF2B5EF4-FFF2-40B4-BE49-F238E27FC236}">
                <a16:creationId xmlns:a16="http://schemas.microsoft.com/office/drawing/2014/main" id="{9F32C72F-8D49-4644-97F7-77AA007049E1}"/>
              </a:ext>
            </a:extLst>
          </p:cNvPr>
          <p:cNvSpPr>
            <a:spLocks xmlns:a="http://schemas.openxmlformats.org/drawingml/2006/main" noGrp="1"/>
          </p:cNvSpPr>
          <p:nvPr/>
        </p:nvSpPr>
        <p:spPr>
          <a:xfrm xmlns:a="http://schemas.openxmlformats.org/drawingml/2006/main">
            <a:off x="1028700" y="22098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один платёж — одна выдача</a:t>
            </a:r>
          </a:p>
        </p:txBody>
      </p:sp>
      <p:sp>
        <p:nvSpPr>
          <p:cNvPr id="11" name="">
            <a:extLst xmlns:a="http://schemas.openxmlformats.org/drawingml/2006/main">
              <a:ext uri="{FF2B5EF4-FFF2-40B4-BE49-F238E27FC236}">
                <a16:creationId xmlns:a16="http://schemas.microsoft.com/office/drawing/2014/main" id="{6660F579-55A8-48DF-862E-941605AC4E46}"/>
              </a:ext>
            </a:extLst>
          </p:cNvPr>
          <p:cNvSpPr>
            <a:spLocks xmlns:a="http://schemas.openxmlformats.org/drawingml/2006/main" noGrp="1"/>
          </p:cNvSpPr>
          <p:nvPr/>
        </p:nvSpPr>
        <p:spPr>
          <a:xfrm xmlns:a="http://schemas.openxmlformats.org/drawingml/2006/main">
            <a:off x="857250" y="260032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12" name="">
            <a:extLst xmlns:a="http://schemas.openxmlformats.org/drawingml/2006/main">
              <a:ext uri="{FF2B5EF4-FFF2-40B4-BE49-F238E27FC236}">
                <a16:creationId xmlns:a16="http://schemas.microsoft.com/office/drawing/2014/main" id="{0D4D9A6B-D1C0-475E-BF0E-C1BBB1E953D0}"/>
              </a:ext>
            </a:extLst>
          </p:cNvPr>
          <p:cNvSpPr>
            <a:spLocks xmlns:a="http://schemas.openxmlformats.org/drawingml/2006/main" noGrp="1"/>
          </p:cNvSpPr>
          <p:nvPr/>
        </p:nvSpPr>
        <p:spPr>
          <a:xfrm xmlns:a="http://schemas.openxmlformats.org/drawingml/2006/main">
            <a:off x="1028700" y="253365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повторный запрос безопасен</a:t>
            </a:r>
          </a:p>
        </p:txBody>
      </p:sp>
      <p:sp>
        <p:nvSpPr>
          <p:cNvPr id="13" name="">
            <a:extLst xmlns:a="http://schemas.openxmlformats.org/drawingml/2006/main">
              <a:ext uri="{FF2B5EF4-FFF2-40B4-BE49-F238E27FC236}">
                <a16:creationId xmlns:a16="http://schemas.microsoft.com/office/drawing/2014/main" id="{BFB4BDE3-0AAD-4C1A-8EB5-A6CB2F7C6818}"/>
              </a:ext>
            </a:extLst>
          </p:cNvPr>
          <p:cNvSpPr>
            <a:spLocks xmlns:a="http://schemas.openxmlformats.org/drawingml/2006/main" noGrp="1"/>
          </p:cNvSpPr>
          <p:nvPr/>
        </p:nvSpPr>
        <p:spPr>
          <a:xfrm xmlns:a="http://schemas.openxmlformats.org/drawingml/2006/main">
            <a:off x="857250" y="292417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14" name="">
            <a:extLst xmlns:a="http://schemas.openxmlformats.org/drawingml/2006/main">
              <a:ext uri="{FF2B5EF4-FFF2-40B4-BE49-F238E27FC236}">
                <a16:creationId xmlns:a16="http://schemas.microsoft.com/office/drawing/2014/main" id="{5FCC84DF-F43A-49D0-95C4-739D3614D5E1}"/>
              </a:ext>
            </a:extLst>
          </p:cNvPr>
          <p:cNvSpPr>
            <a:spLocks xmlns:a="http://schemas.openxmlformats.org/drawingml/2006/main" noGrp="1"/>
          </p:cNvSpPr>
          <p:nvPr/>
        </p:nvSpPr>
        <p:spPr>
          <a:xfrm xmlns:a="http://schemas.openxmlformats.org/drawingml/2006/main">
            <a:off x="1028700" y="28575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каждый шаг сохраняется</a:t>
            </a:r>
          </a:p>
        </p:txBody>
      </p:sp>
      <p:sp>
        <p:nvSpPr>
          <p:cNvPr id="15" name="">
            <a:extLst xmlns:a="http://schemas.openxmlformats.org/drawingml/2006/main">
              <a:ext uri="{FF2B5EF4-FFF2-40B4-BE49-F238E27FC236}">
                <a16:creationId xmlns:a16="http://schemas.microsoft.com/office/drawing/2014/main" id="{B0B0D633-2C31-436E-BA0D-6273C603B4D5}"/>
              </a:ext>
            </a:extLst>
          </p:cNvPr>
          <p:cNvSpPr>
            <a:spLocks xmlns:a="http://schemas.openxmlformats.org/drawingml/2006/main" noGrp="1"/>
          </p:cNvSpPr>
          <p:nvPr/>
        </p:nvSpPr>
        <p:spPr>
          <a:xfrm xmlns:a="http://schemas.openxmlformats.org/drawingml/2006/main">
            <a:off x="6172200" y="1524000"/>
            <a:ext cx="5105400" cy="1790700"/>
          </a:xfrm>
          <a:prstGeom xmlns:a="http://schemas.openxmlformats.org/drawingml/2006/main" prst="roundRect">
            <a:avLst>
              <a:gd name="adj" fmla="val 6383"/>
            </a:avLst>
          </a:prstGeom>
          <a:solidFill xmlns:a="http://schemas.openxmlformats.org/drawingml/2006/main">
            <a:srgbClr val="FFF9EA"/>
          </a:solidFill>
          <a:ln xmlns:a="http://schemas.openxmlformats.org/drawingml/2006/main" w="9525">
            <a:solidFill>
              <a:srgbClr val="E9CF88"/>
            </a:solidFill>
            <a:prstDash val="solid"/>
          </a:ln>
        </p:spPr>
      </p:sp>
      <p:sp>
        <p:nvSpPr>
          <p:cNvPr id="16" name="">
            <a:extLst xmlns:a="http://schemas.openxmlformats.org/drawingml/2006/main">
              <a:ext uri="{FF2B5EF4-FFF2-40B4-BE49-F238E27FC236}">
                <a16:creationId xmlns:a16="http://schemas.microsoft.com/office/drawing/2014/main" id="{06CFA22F-23BF-4AFE-81EF-DB984399BF58}"/>
              </a:ext>
            </a:extLst>
          </p:cNvPr>
          <p:cNvSpPr>
            <a:spLocks xmlns:a="http://schemas.openxmlformats.org/drawingml/2006/main" noGrp="1"/>
          </p:cNvSpPr>
          <p:nvPr/>
        </p:nvSpPr>
        <p:spPr>
          <a:xfrm xmlns:a="http://schemas.openxmlformats.org/drawingml/2006/main">
            <a:off x="6381750" y="1714500"/>
            <a:ext cx="457200" cy="285750"/>
          </a:xfrm>
          <a:prstGeom xmlns:a="http://schemas.openxmlformats.org/drawingml/2006/main" prst="roundRect">
            <a:avLst>
              <a:gd name="adj" fmla="val 50000"/>
            </a:avLst>
          </a:prstGeom>
          <a:solidFill xmlns:a="http://schemas.openxmlformats.org/drawingml/2006/main">
            <a:srgbClr val="FFEEC1"/>
          </a:solidFill>
          <a:ln xmlns:a="http://schemas.openxmlformats.org/drawingml/2006/main" w="0">
            <a:solidFill>
              <a:srgbClr val="FFEEC1"/>
            </a:solidFill>
            <a:prstDash val="solid"/>
          </a:ln>
        </p:spPr>
      </p:sp>
      <p:sp>
        <p:nvSpPr>
          <p:cNvPr id="17" name="">
            <a:extLst xmlns:a="http://schemas.openxmlformats.org/drawingml/2006/main">
              <a:ext uri="{FF2B5EF4-FFF2-40B4-BE49-F238E27FC236}">
                <a16:creationId xmlns:a16="http://schemas.microsoft.com/office/drawing/2014/main" id="{0ECE14D3-4DCC-4AD1-8E9D-665D2D5549AE}"/>
              </a:ext>
            </a:extLst>
          </p:cNvPr>
          <p:cNvSpPr>
            <a:spLocks xmlns:a="http://schemas.openxmlformats.org/drawingml/2006/main" noGrp="1"/>
          </p:cNvSpPr>
          <p:nvPr/>
        </p:nvSpPr>
        <p:spPr>
          <a:xfrm xmlns:a="http://schemas.openxmlformats.org/drawingml/2006/main">
            <a:off x="6419850" y="17716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9A6400"/>
                </a:solidFill>
              </a:defRPr>
            </a:pPr>
            <a:r>
              <a:rPr sz="975" b="1" i="0">
                <a:solidFill>
                  <a:srgbClr val="9A6400"/>
                </a:solidFill>
              </a:rPr>
              <a:t>02</a:t>
            </a:r>
          </a:p>
        </p:txBody>
      </p:sp>
      <p:sp>
        <p:nvSpPr>
          <p:cNvPr id="18" name="">
            <a:extLst xmlns:a="http://schemas.openxmlformats.org/drawingml/2006/main">
              <a:ext uri="{FF2B5EF4-FFF2-40B4-BE49-F238E27FC236}">
                <a16:creationId xmlns:a16="http://schemas.microsoft.com/office/drawing/2014/main" id="{B7CB7517-737C-4810-83BF-BF13C7CFE9B4}"/>
              </a:ext>
            </a:extLst>
          </p:cNvPr>
          <p:cNvSpPr>
            <a:spLocks xmlns:a="http://schemas.openxmlformats.org/drawingml/2006/main" noGrp="1"/>
          </p:cNvSpPr>
          <p:nvPr/>
        </p:nvSpPr>
        <p:spPr>
          <a:xfrm xmlns:a="http://schemas.openxmlformats.org/drawingml/2006/main">
            <a:off x="7010400" y="17145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0263E"/>
                </a:solidFill>
              </a:defRPr>
            </a:pPr>
            <a:r>
              <a:rPr sz="1800" b="1" i="0">
                <a:solidFill>
                  <a:srgbClr val="10263E"/>
                </a:solidFill>
              </a:rPr>
              <a:t>Деньги сначала проверяются</a:t>
            </a:r>
          </a:p>
        </p:txBody>
      </p:sp>
      <p:sp>
        <p:nvSpPr>
          <p:cNvPr id="19" name="">
            <a:extLst xmlns:a="http://schemas.openxmlformats.org/drawingml/2006/main">
              <a:ext uri="{FF2B5EF4-FFF2-40B4-BE49-F238E27FC236}">
                <a16:creationId xmlns:a16="http://schemas.microsoft.com/office/drawing/2014/main" id="{018EC3A7-8CF7-4BD9-A3BC-F705D8019AAA}"/>
              </a:ext>
            </a:extLst>
          </p:cNvPr>
          <p:cNvSpPr>
            <a:spLocks xmlns:a="http://schemas.openxmlformats.org/drawingml/2006/main" noGrp="1"/>
          </p:cNvSpPr>
          <p:nvPr/>
        </p:nvSpPr>
        <p:spPr>
          <a:xfrm xmlns:a="http://schemas.openxmlformats.org/drawingml/2006/main">
            <a:off x="6419850" y="2276475"/>
            <a:ext cx="76200" cy="76200"/>
          </a:xfrm>
          <a:prstGeom xmlns:a="http://schemas.openxmlformats.org/drawingml/2006/main" prst="ellipse">
            <a:avLst/>
          </a:prstGeom>
          <a:solidFill xmlns:a="http://schemas.openxmlformats.org/drawingml/2006/main">
            <a:srgbClr val="F6C453"/>
          </a:solidFill>
          <a:ln xmlns:a="http://schemas.openxmlformats.org/drawingml/2006/main" w="0">
            <a:solidFill>
              <a:srgbClr val="F6C453"/>
            </a:solidFill>
            <a:prstDash val="solid"/>
          </a:ln>
        </p:spPr>
      </p:sp>
      <p:sp>
        <p:nvSpPr>
          <p:cNvPr id="20" name="">
            <a:extLst xmlns:a="http://schemas.openxmlformats.org/drawingml/2006/main">
              <a:ext uri="{FF2B5EF4-FFF2-40B4-BE49-F238E27FC236}">
                <a16:creationId xmlns:a16="http://schemas.microsoft.com/office/drawing/2014/main" id="{9E5E1F2C-C7D8-49BE-B0AF-C66A83AC8C59}"/>
              </a:ext>
            </a:extLst>
          </p:cNvPr>
          <p:cNvSpPr>
            <a:spLocks xmlns:a="http://schemas.openxmlformats.org/drawingml/2006/main" noGrp="1"/>
          </p:cNvSpPr>
          <p:nvPr/>
        </p:nvSpPr>
        <p:spPr>
          <a:xfrm xmlns:a="http://schemas.openxmlformats.org/drawingml/2006/main">
            <a:off x="6591300" y="22098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статус сверяется у платёжной системы</a:t>
            </a:r>
          </a:p>
        </p:txBody>
      </p:sp>
      <p:sp>
        <p:nvSpPr>
          <p:cNvPr id="21" name="">
            <a:extLst xmlns:a="http://schemas.openxmlformats.org/drawingml/2006/main">
              <a:ext uri="{FF2B5EF4-FFF2-40B4-BE49-F238E27FC236}">
                <a16:creationId xmlns:a16="http://schemas.microsoft.com/office/drawing/2014/main" id="{3CDEA3CD-DB4A-4372-B61A-2262AD2FCE5E}"/>
              </a:ext>
            </a:extLst>
          </p:cNvPr>
          <p:cNvSpPr>
            <a:spLocks xmlns:a="http://schemas.openxmlformats.org/drawingml/2006/main" noGrp="1"/>
          </p:cNvSpPr>
          <p:nvPr/>
        </p:nvSpPr>
        <p:spPr>
          <a:xfrm xmlns:a="http://schemas.openxmlformats.org/drawingml/2006/main">
            <a:off x="6419850" y="2600325"/>
            <a:ext cx="76200" cy="76200"/>
          </a:xfrm>
          <a:prstGeom xmlns:a="http://schemas.openxmlformats.org/drawingml/2006/main" prst="ellipse">
            <a:avLst/>
          </a:prstGeom>
          <a:solidFill xmlns:a="http://schemas.openxmlformats.org/drawingml/2006/main">
            <a:srgbClr val="F6C453"/>
          </a:solidFill>
          <a:ln xmlns:a="http://schemas.openxmlformats.org/drawingml/2006/main" w="0">
            <a:solidFill>
              <a:srgbClr val="F6C453"/>
            </a:solidFill>
            <a:prstDash val="solid"/>
          </a:ln>
        </p:spPr>
      </p:sp>
      <p:sp>
        <p:nvSpPr>
          <p:cNvPr id="22" name="">
            <a:extLst xmlns:a="http://schemas.openxmlformats.org/drawingml/2006/main">
              <a:ext uri="{FF2B5EF4-FFF2-40B4-BE49-F238E27FC236}">
                <a16:creationId xmlns:a16="http://schemas.microsoft.com/office/drawing/2014/main" id="{E7BED64D-A917-42AA-B647-51E2DDB13D67}"/>
              </a:ext>
            </a:extLst>
          </p:cNvPr>
          <p:cNvSpPr>
            <a:spLocks xmlns:a="http://schemas.openxmlformats.org/drawingml/2006/main" noGrp="1"/>
          </p:cNvSpPr>
          <p:nvPr/>
        </p:nvSpPr>
        <p:spPr>
          <a:xfrm xmlns:a="http://schemas.openxmlformats.org/drawingml/2006/main">
            <a:off x="6591300" y="253365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сумма совпадает с заказом</a:t>
            </a:r>
          </a:p>
        </p:txBody>
      </p:sp>
      <p:sp>
        <p:nvSpPr>
          <p:cNvPr id="23" name="">
            <a:extLst xmlns:a="http://schemas.openxmlformats.org/drawingml/2006/main">
              <a:ext uri="{FF2B5EF4-FFF2-40B4-BE49-F238E27FC236}">
                <a16:creationId xmlns:a16="http://schemas.microsoft.com/office/drawing/2014/main" id="{6433BB05-173F-4293-86B9-B35A0B9F55EB}"/>
              </a:ext>
            </a:extLst>
          </p:cNvPr>
          <p:cNvSpPr>
            <a:spLocks xmlns:a="http://schemas.openxmlformats.org/drawingml/2006/main" noGrp="1"/>
          </p:cNvSpPr>
          <p:nvPr/>
        </p:nvSpPr>
        <p:spPr>
          <a:xfrm xmlns:a="http://schemas.openxmlformats.org/drawingml/2006/main">
            <a:off x="6419850" y="2924175"/>
            <a:ext cx="76200" cy="76200"/>
          </a:xfrm>
          <a:prstGeom xmlns:a="http://schemas.openxmlformats.org/drawingml/2006/main" prst="ellipse">
            <a:avLst/>
          </a:prstGeom>
          <a:solidFill xmlns:a="http://schemas.openxmlformats.org/drawingml/2006/main">
            <a:srgbClr val="F6C453"/>
          </a:solidFill>
          <a:ln xmlns:a="http://schemas.openxmlformats.org/drawingml/2006/main" w="0">
            <a:solidFill>
              <a:srgbClr val="F6C453"/>
            </a:solidFill>
            <a:prstDash val="solid"/>
          </a:ln>
        </p:spPr>
      </p:sp>
      <p:sp>
        <p:nvSpPr>
          <p:cNvPr id="24" name="">
            <a:extLst xmlns:a="http://schemas.openxmlformats.org/drawingml/2006/main">
              <a:ext uri="{FF2B5EF4-FFF2-40B4-BE49-F238E27FC236}">
                <a16:creationId xmlns:a16="http://schemas.microsoft.com/office/drawing/2014/main" id="{934637C9-5E93-4C03-9CE4-E7AE2A184CE2}"/>
              </a:ext>
            </a:extLst>
          </p:cNvPr>
          <p:cNvSpPr>
            <a:spLocks xmlns:a="http://schemas.openxmlformats.org/drawingml/2006/main" noGrp="1"/>
          </p:cNvSpPr>
          <p:nvPr/>
        </p:nvSpPr>
        <p:spPr>
          <a:xfrm xmlns:a="http://schemas.openxmlformats.org/drawingml/2006/main">
            <a:off x="6591300" y="28575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только потом покупаются Stars</a:t>
            </a:r>
          </a:p>
        </p:txBody>
      </p:sp>
      <p:sp>
        <p:nvSpPr>
          <p:cNvPr id="25" name="">
            <a:extLst xmlns:a="http://schemas.openxmlformats.org/drawingml/2006/main">
              <a:ext uri="{FF2B5EF4-FFF2-40B4-BE49-F238E27FC236}">
                <a16:creationId xmlns:a16="http://schemas.microsoft.com/office/drawing/2014/main" id="{52E5B14E-67F9-4C54-92FB-3068A81C9C15}"/>
              </a:ext>
            </a:extLst>
          </p:cNvPr>
          <p:cNvSpPr>
            <a:spLocks xmlns:a="http://schemas.openxmlformats.org/drawingml/2006/main" noGrp="1"/>
          </p:cNvSpPr>
          <p:nvPr/>
        </p:nvSpPr>
        <p:spPr>
          <a:xfrm xmlns:a="http://schemas.openxmlformats.org/drawingml/2006/main">
            <a:off x="609600" y="3733800"/>
            <a:ext cx="5105400" cy="1790700"/>
          </a:xfrm>
          <a:prstGeom xmlns:a="http://schemas.openxmlformats.org/drawingml/2006/main" prst="roundRect">
            <a:avLst>
              <a:gd name="adj" fmla="val 6383"/>
            </a:avLst>
          </a:prstGeom>
          <a:solidFill xmlns:a="http://schemas.openxmlformats.org/drawingml/2006/main">
            <a:srgbClr val="F7FAFC"/>
          </a:solidFill>
          <a:ln xmlns:a="http://schemas.openxmlformats.org/drawingml/2006/main" w="9525">
            <a:solidFill>
              <a:srgbClr val="D7E5F0"/>
            </a:solidFill>
            <a:prstDash val="solid"/>
          </a:ln>
        </p:spPr>
      </p:sp>
      <p:sp>
        <p:nvSpPr>
          <p:cNvPr id="26" name="">
            <a:extLst xmlns:a="http://schemas.openxmlformats.org/drawingml/2006/main">
              <a:ext uri="{FF2B5EF4-FFF2-40B4-BE49-F238E27FC236}">
                <a16:creationId xmlns:a16="http://schemas.microsoft.com/office/drawing/2014/main" id="{164291EA-1F23-4CD6-9601-738FE028BF35}"/>
              </a:ext>
            </a:extLst>
          </p:cNvPr>
          <p:cNvSpPr>
            <a:spLocks xmlns:a="http://schemas.openxmlformats.org/drawingml/2006/main" noGrp="1"/>
          </p:cNvSpPr>
          <p:nvPr/>
        </p:nvSpPr>
        <p:spPr>
          <a:xfrm xmlns:a="http://schemas.openxmlformats.org/drawingml/2006/main">
            <a:off x="819150" y="3924300"/>
            <a:ext cx="4572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27" name="">
            <a:extLst xmlns:a="http://schemas.openxmlformats.org/drawingml/2006/main">
              <a:ext uri="{FF2B5EF4-FFF2-40B4-BE49-F238E27FC236}">
                <a16:creationId xmlns:a16="http://schemas.microsoft.com/office/drawing/2014/main" id="{AC2BC42F-DED4-4608-9108-1813675BE65E}"/>
              </a:ext>
            </a:extLst>
          </p:cNvPr>
          <p:cNvSpPr>
            <a:spLocks xmlns:a="http://schemas.openxmlformats.org/drawingml/2006/main" noGrp="1"/>
          </p:cNvSpPr>
          <p:nvPr/>
        </p:nvSpPr>
        <p:spPr>
          <a:xfrm xmlns:a="http://schemas.openxmlformats.org/drawingml/2006/main">
            <a:off x="857250" y="39814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03</a:t>
            </a:r>
          </a:p>
        </p:txBody>
      </p:sp>
      <p:sp>
        <p:nvSpPr>
          <p:cNvPr id="28" name="">
            <a:extLst xmlns:a="http://schemas.openxmlformats.org/drawingml/2006/main">
              <a:ext uri="{FF2B5EF4-FFF2-40B4-BE49-F238E27FC236}">
                <a16:creationId xmlns:a16="http://schemas.microsoft.com/office/drawing/2014/main" id="{308CBD38-709F-47A3-A633-8715BCD8730E}"/>
              </a:ext>
            </a:extLst>
          </p:cNvPr>
          <p:cNvSpPr>
            <a:spLocks xmlns:a="http://schemas.openxmlformats.org/drawingml/2006/main" noGrp="1"/>
          </p:cNvSpPr>
          <p:nvPr/>
        </p:nvSpPr>
        <p:spPr>
          <a:xfrm xmlns:a="http://schemas.openxmlformats.org/drawingml/2006/main">
            <a:off x="1447800" y="39243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0263E"/>
                </a:solidFill>
              </a:defRPr>
            </a:pPr>
            <a:r>
              <a:rPr sz="1800" b="1" i="0">
                <a:solidFill>
                  <a:srgbClr val="10263E"/>
                </a:solidFill>
              </a:rPr>
              <a:t>Админка закрыта</a:t>
            </a:r>
          </a:p>
        </p:txBody>
      </p:sp>
      <p:sp>
        <p:nvSpPr>
          <p:cNvPr id="29" name="">
            <a:extLst xmlns:a="http://schemas.openxmlformats.org/drawingml/2006/main">
              <a:ext uri="{FF2B5EF4-FFF2-40B4-BE49-F238E27FC236}">
                <a16:creationId xmlns:a16="http://schemas.microsoft.com/office/drawing/2014/main" id="{D2C70578-433B-49E8-A33E-0C044BF57BDE}"/>
              </a:ext>
            </a:extLst>
          </p:cNvPr>
          <p:cNvSpPr>
            <a:spLocks xmlns:a="http://schemas.openxmlformats.org/drawingml/2006/main" noGrp="1"/>
          </p:cNvSpPr>
          <p:nvPr/>
        </p:nvSpPr>
        <p:spPr>
          <a:xfrm xmlns:a="http://schemas.openxmlformats.org/drawingml/2006/main">
            <a:off x="857250" y="448627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30" name="">
            <a:extLst xmlns:a="http://schemas.openxmlformats.org/drawingml/2006/main">
              <a:ext uri="{FF2B5EF4-FFF2-40B4-BE49-F238E27FC236}">
                <a16:creationId xmlns:a16="http://schemas.microsoft.com/office/drawing/2014/main" id="{4E954062-53D2-4A4F-B251-0D52E3D724BB}"/>
              </a:ext>
            </a:extLst>
          </p:cNvPr>
          <p:cNvSpPr>
            <a:spLocks xmlns:a="http://schemas.openxmlformats.org/drawingml/2006/main" noGrp="1"/>
          </p:cNvSpPr>
          <p:nvPr/>
        </p:nvSpPr>
        <p:spPr>
          <a:xfrm xmlns:a="http://schemas.openxmlformats.org/drawingml/2006/main">
            <a:off x="1028700" y="44196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пароль и одноразовый код 2FA</a:t>
            </a:r>
          </a:p>
        </p:txBody>
      </p:sp>
      <p:sp>
        <p:nvSpPr>
          <p:cNvPr id="31" name="">
            <a:extLst xmlns:a="http://schemas.openxmlformats.org/drawingml/2006/main">
              <a:ext uri="{FF2B5EF4-FFF2-40B4-BE49-F238E27FC236}">
                <a16:creationId xmlns:a16="http://schemas.microsoft.com/office/drawing/2014/main" id="{F2110A2B-3311-425F-AF40-8564FE017CEC}"/>
              </a:ext>
            </a:extLst>
          </p:cNvPr>
          <p:cNvSpPr>
            <a:spLocks xmlns:a="http://schemas.openxmlformats.org/drawingml/2006/main" noGrp="1"/>
          </p:cNvSpPr>
          <p:nvPr/>
        </p:nvSpPr>
        <p:spPr>
          <a:xfrm xmlns:a="http://schemas.openxmlformats.org/drawingml/2006/main">
            <a:off x="857250" y="481012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32" name="">
            <a:extLst xmlns:a="http://schemas.openxmlformats.org/drawingml/2006/main">
              <a:ext uri="{FF2B5EF4-FFF2-40B4-BE49-F238E27FC236}">
                <a16:creationId xmlns:a16="http://schemas.microsoft.com/office/drawing/2014/main" id="{4FCE2313-9D15-4ACE-890B-EDAE7F9DDEDE}"/>
              </a:ext>
            </a:extLst>
          </p:cNvPr>
          <p:cNvSpPr>
            <a:spLocks xmlns:a="http://schemas.openxmlformats.org/drawingml/2006/main" noGrp="1"/>
          </p:cNvSpPr>
          <p:nvPr/>
        </p:nvSpPr>
        <p:spPr>
          <a:xfrm xmlns:a="http://schemas.openxmlformats.org/drawingml/2006/main">
            <a:off x="1028700" y="474345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у сотрудников разные права</a:t>
            </a:r>
          </a:p>
        </p:txBody>
      </p:sp>
      <p:sp>
        <p:nvSpPr>
          <p:cNvPr id="33" name="">
            <a:extLst xmlns:a="http://schemas.openxmlformats.org/drawingml/2006/main">
              <a:ext uri="{FF2B5EF4-FFF2-40B4-BE49-F238E27FC236}">
                <a16:creationId xmlns:a16="http://schemas.microsoft.com/office/drawing/2014/main" id="{CFAED23D-7857-44C2-9514-D44BA6D03987}"/>
              </a:ext>
            </a:extLst>
          </p:cNvPr>
          <p:cNvSpPr>
            <a:spLocks xmlns:a="http://schemas.openxmlformats.org/drawingml/2006/main" noGrp="1"/>
          </p:cNvSpPr>
          <p:nvPr/>
        </p:nvSpPr>
        <p:spPr>
          <a:xfrm xmlns:a="http://schemas.openxmlformats.org/drawingml/2006/main">
            <a:off x="857250" y="513397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34" name="">
            <a:extLst xmlns:a="http://schemas.openxmlformats.org/drawingml/2006/main">
              <a:ext uri="{FF2B5EF4-FFF2-40B4-BE49-F238E27FC236}">
                <a16:creationId xmlns:a16="http://schemas.microsoft.com/office/drawing/2014/main" id="{5FE35374-C513-4717-B57A-DAE8F5081FBF}"/>
              </a:ext>
            </a:extLst>
          </p:cNvPr>
          <p:cNvSpPr>
            <a:spLocks xmlns:a="http://schemas.openxmlformats.org/drawingml/2006/main" noGrp="1"/>
          </p:cNvSpPr>
          <p:nvPr/>
        </p:nvSpPr>
        <p:spPr>
          <a:xfrm xmlns:a="http://schemas.openxmlformats.org/drawingml/2006/main">
            <a:off x="1028700" y="50673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подозрительные входы ограничиваются</a:t>
            </a:r>
          </a:p>
        </p:txBody>
      </p:sp>
      <p:sp>
        <p:nvSpPr>
          <p:cNvPr id="35" name="">
            <a:extLst xmlns:a="http://schemas.openxmlformats.org/drawingml/2006/main">
              <a:ext uri="{FF2B5EF4-FFF2-40B4-BE49-F238E27FC236}">
                <a16:creationId xmlns:a16="http://schemas.microsoft.com/office/drawing/2014/main" id="{BB23CEF0-BA06-4043-BEE5-084E2A7EAB19}"/>
              </a:ext>
            </a:extLst>
          </p:cNvPr>
          <p:cNvSpPr>
            <a:spLocks xmlns:a="http://schemas.openxmlformats.org/drawingml/2006/main" noGrp="1"/>
          </p:cNvSpPr>
          <p:nvPr/>
        </p:nvSpPr>
        <p:spPr>
          <a:xfrm xmlns:a="http://schemas.openxmlformats.org/drawingml/2006/main">
            <a:off x="6172200" y="3733800"/>
            <a:ext cx="5105400" cy="1790700"/>
          </a:xfrm>
          <a:prstGeom xmlns:a="http://schemas.openxmlformats.org/drawingml/2006/main" prst="roundRect">
            <a:avLst>
              <a:gd name="adj" fmla="val 6383"/>
            </a:avLst>
          </a:prstGeom>
          <a:solidFill xmlns:a="http://schemas.openxmlformats.org/drawingml/2006/main">
            <a:srgbClr val="F7FAFC"/>
          </a:solidFill>
          <a:ln xmlns:a="http://schemas.openxmlformats.org/drawingml/2006/main" w="9525">
            <a:solidFill>
              <a:srgbClr val="D7E5F0"/>
            </a:solidFill>
            <a:prstDash val="solid"/>
          </a:ln>
        </p:spPr>
      </p:sp>
      <p:sp>
        <p:nvSpPr>
          <p:cNvPr id="36" name="">
            <a:extLst xmlns:a="http://schemas.openxmlformats.org/drawingml/2006/main">
              <a:ext uri="{FF2B5EF4-FFF2-40B4-BE49-F238E27FC236}">
                <a16:creationId xmlns:a16="http://schemas.microsoft.com/office/drawing/2014/main" id="{38049487-237C-44DF-9464-688744C7214A}"/>
              </a:ext>
            </a:extLst>
          </p:cNvPr>
          <p:cNvSpPr>
            <a:spLocks xmlns:a="http://schemas.openxmlformats.org/drawingml/2006/main" noGrp="1"/>
          </p:cNvSpPr>
          <p:nvPr/>
        </p:nvSpPr>
        <p:spPr>
          <a:xfrm xmlns:a="http://schemas.openxmlformats.org/drawingml/2006/main">
            <a:off x="6381750" y="3924300"/>
            <a:ext cx="4572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37" name="">
            <a:extLst xmlns:a="http://schemas.openxmlformats.org/drawingml/2006/main">
              <a:ext uri="{FF2B5EF4-FFF2-40B4-BE49-F238E27FC236}">
                <a16:creationId xmlns:a16="http://schemas.microsoft.com/office/drawing/2014/main" id="{88CF716F-50D2-4E98-AB7F-38D8678C048B}"/>
              </a:ext>
            </a:extLst>
          </p:cNvPr>
          <p:cNvSpPr>
            <a:spLocks xmlns:a="http://schemas.openxmlformats.org/drawingml/2006/main" noGrp="1"/>
          </p:cNvSpPr>
          <p:nvPr/>
        </p:nvSpPr>
        <p:spPr>
          <a:xfrm xmlns:a="http://schemas.openxmlformats.org/drawingml/2006/main">
            <a:off x="6419850" y="39814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04</a:t>
            </a:r>
          </a:p>
        </p:txBody>
      </p:sp>
      <p:sp>
        <p:nvSpPr>
          <p:cNvPr id="38" name="">
            <a:extLst xmlns:a="http://schemas.openxmlformats.org/drawingml/2006/main">
              <a:ext uri="{FF2B5EF4-FFF2-40B4-BE49-F238E27FC236}">
                <a16:creationId xmlns:a16="http://schemas.microsoft.com/office/drawing/2014/main" id="{42F84091-32D8-48CD-B857-866FD93071F3}"/>
              </a:ext>
            </a:extLst>
          </p:cNvPr>
          <p:cNvSpPr>
            <a:spLocks xmlns:a="http://schemas.openxmlformats.org/drawingml/2006/main" noGrp="1"/>
          </p:cNvSpPr>
          <p:nvPr/>
        </p:nvSpPr>
        <p:spPr>
          <a:xfrm xmlns:a="http://schemas.openxmlformats.org/drawingml/2006/main">
            <a:off x="7010400" y="39243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0263E"/>
                </a:solidFill>
              </a:defRPr>
            </a:pPr>
            <a:r>
              <a:rPr sz="1800" b="1" i="0">
                <a:solidFill>
                  <a:srgbClr val="10263E"/>
                </a:solidFill>
              </a:rPr>
              <a:t>Кошелёк изолирован</a:t>
            </a:r>
          </a:p>
        </p:txBody>
      </p:sp>
      <p:sp>
        <p:nvSpPr>
          <p:cNvPr id="39" name="">
            <a:extLst xmlns:a="http://schemas.openxmlformats.org/drawingml/2006/main">
              <a:ext uri="{FF2B5EF4-FFF2-40B4-BE49-F238E27FC236}">
                <a16:creationId xmlns:a16="http://schemas.microsoft.com/office/drawing/2014/main" id="{6D30C071-0AA3-4D86-B2B7-D1A95B896B1A}"/>
              </a:ext>
            </a:extLst>
          </p:cNvPr>
          <p:cNvSpPr>
            <a:spLocks xmlns:a="http://schemas.openxmlformats.org/drawingml/2006/main" noGrp="1"/>
          </p:cNvSpPr>
          <p:nvPr/>
        </p:nvSpPr>
        <p:spPr>
          <a:xfrm xmlns:a="http://schemas.openxmlformats.org/drawingml/2006/main">
            <a:off x="6419850" y="448627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40" name="">
            <a:extLst xmlns:a="http://schemas.openxmlformats.org/drawingml/2006/main">
              <a:ext uri="{FF2B5EF4-FFF2-40B4-BE49-F238E27FC236}">
                <a16:creationId xmlns:a16="http://schemas.microsoft.com/office/drawing/2014/main" id="{F09DEE1B-F297-4901-BB22-3A4057BC9EEE}"/>
              </a:ext>
            </a:extLst>
          </p:cNvPr>
          <p:cNvSpPr>
            <a:spLocks xmlns:a="http://schemas.openxmlformats.org/drawingml/2006/main" noGrp="1"/>
          </p:cNvSpPr>
          <p:nvPr/>
        </p:nvSpPr>
        <p:spPr>
          <a:xfrm xmlns:a="http://schemas.openxmlformats.org/drawingml/2006/main">
            <a:off x="6591300" y="44196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секрет не виден боту и админке</a:t>
            </a:r>
          </a:p>
        </p:txBody>
      </p:sp>
      <p:sp>
        <p:nvSpPr>
          <p:cNvPr id="41" name="">
            <a:extLst xmlns:a="http://schemas.openxmlformats.org/drawingml/2006/main">
              <a:ext uri="{FF2B5EF4-FFF2-40B4-BE49-F238E27FC236}">
                <a16:creationId xmlns:a16="http://schemas.microsoft.com/office/drawing/2014/main" id="{9C90B72B-26CD-4BEA-B7E0-F35692D69D85}"/>
              </a:ext>
            </a:extLst>
          </p:cNvPr>
          <p:cNvSpPr>
            <a:spLocks xmlns:a="http://schemas.openxmlformats.org/drawingml/2006/main" noGrp="1"/>
          </p:cNvSpPr>
          <p:nvPr/>
        </p:nvSpPr>
        <p:spPr>
          <a:xfrm xmlns:a="http://schemas.openxmlformats.org/drawingml/2006/main">
            <a:off x="6419850" y="481012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42" name="">
            <a:extLst xmlns:a="http://schemas.openxmlformats.org/drawingml/2006/main">
              <a:ext uri="{FF2B5EF4-FFF2-40B4-BE49-F238E27FC236}">
                <a16:creationId xmlns:a16="http://schemas.microsoft.com/office/drawing/2014/main" id="{BB80C0DD-9851-48A7-A423-EA7B91694D29}"/>
              </a:ext>
            </a:extLst>
          </p:cNvPr>
          <p:cNvSpPr>
            <a:spLocks xmlns:a="http://schemas.openxmlformats.org/drawingml/2006/main" noGrp="1"/>
          </p:cNvSpPr>
          <p:nvPr/>
        </p:nvSpPr>
        <p:spPr>
          <a:xfrm xmlns:a="http://schemas.openxmlformats.org/drawingml/2006/main">
            <a:off x="6591300" y="474345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доступ есть только у worker</a:t>
            </a:r>
          </a:p>
        </p:txBody>
      </p:sp>
      <p:sp>
        <p:nvSpPr>
          <p:cNvPr id="43" name="">
            <a:extLst xmlns:a="http://schemas.openxmlformats.org/drawingml/2006/main">
              <a:ext uri="{FF2B5EF4-FFF2-40B4-BE49-F238E27FC236}">
                <a16:creationId xmlns:a16="http://schemas.microsoft.com/office/drawing/2014/main" id="{B1852D05-D48E-4927-88E2-B760095BBD3D}"/>
              </a:ext>
            </a:extLst>
          </p:cNvPr>
          <p:cNvSpPr>
            <a:spLocks xmlns:a="http://schemas.openxmlformats.org/drawingml/2006/main" noGrp="1"/>
          </p:cNvSpPr>
          <p:nvPr/>
        </p:nvSpPr>
        <p:spPr>
          <a:xfrm xmlns:a="http://schemas.openxmlformats.org/drawingml/2006/main">
            <a:off x="6419850" y="5133975"/>
            <a:ext cx="76200" cy="762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44" name="">
            <a:extLst xmlns:a="http://schemas.openxmlformats.org/drawingml/2006/main">
              <a:ext uri="{FF2B5EF4-FFF2-40B4-BE49-F238E27FC236}">
                <a16:creationId xmlns:a16="http://schemas.microsoft.com/office/drawing/2014/main" id="{EA49F26E-E6BA-41E4-BB8D-D7D57954BD48}"/>
              </a:ext>
            </a:extLst>
          </p:cNvPr>
          <p:cNvSpPr>
            <a:spLocks xmlns:a="http://schemas.openxmlformats.org/drawingml/2006/main" noGrp="1"/>
          </p:cNvSpPr>
          <p:nvPr/>
        </p:nvSpPr>
        <p:spPr>
          <a:xfrm xmlns:a="http://schemas.openxmlformats.org/drawingml/2006/main">
            <a:off x="6591300" y="50673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7387"/>
                </a:solidFill>
              </a:defRPr>
            </a:pPr>
            <a:r>
              <a:rPr sz="1275" b="0" i="0">
                <a:solidFill>
                  <a:srgbClr val="5F7387"/>
                </a:solidFill>
              </a:rPr>
              <a:t>используется отдельный hot wallet</a:t>
            </a:r>
          </a:p>
        </p:txBody>
      </p:sp>
      <p:sp>
        <p:nvSpPr>
          <p:cNvPr id="45" name="">
            <a:extLst xmlns:a="http://schemas.openxmlformats.org/drawingml/2006/main">
              <a:ext uri="{FF2B5EF4-FFF2-40B4-BE49-F238E27FC236}">
                <a16:creationId xmlns:a16="http://schemas.microsoft.com/office/drawing/2014/main" id="{71BCA294-37E0-43A1-A4C1-658514469E7B}"/>
              </a:ext>
            </a:extLst>
          </p:cNvPr>
          <p:cNvSpPr>
            <a:spLocks xmlns:a="http://schemas.openxmlformats.org/drawingml/2006/main" noGrp="1"/>
          </p:cNvSpPr>
          <p:nvPr/>
        </p:nvSpPr>
        <p:spPr>
          <a:xfrm xmlns:a="http://schemas.openxmlformats.org/drawingml/2006/main">
            <a:off x="609600" y="58578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0263E"/>
                </a:solidFill>
              </a:defRPr>
            </a:pPr>
            <a:r>
              <a:rPr sz="1350" b="1" i="0">
                <a:solidFill>
                  <a:srgbClr val="10263E"/>
                </a:solidFill>
              </a:rPr>
              <a:t>Основной кошелёк владельца не подключается: для работы используется отдельный кошелёк с ограниченным балансом.</a:t>
            </a:r>
          </a:p>
        </p:txBody>
      </p:sp>
      <p:sp>
        <p:nvSpPr>
          <p:cNvPr id="46" name="">
            <a:extLst xmlns:a="http://schemas.openxmlformats.org/drawingml/2006/main">
              <a:ext uri="{FF2B5EF4-FFF2-40B4-BE49-F238E27FC236}">
                <a16:creationId xmlns:a16="http://schemas.microsoft.com/office/drawing/2014/main" id="{6ACEF36A-F57A-41D5-BA5D-B29D5EF47BCE}"/>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47" name="">
            <a:extLst xmlns:a="http://schemas.openxmlformats.org/drawingml/2006/main">
              <a:ext uri="{FF2B5EF4-FFF2-40B4-BE49-F238E27FC236}">
                <a16:creationId xmlns:a16="http://schemas.microsoft.com/office/drawing/2014/main" id="{69EB93E2-C38C-47B6-B4F1-CA6C782FF9E5}"/>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7387"/>
                </a:solidFill>
              </a:defRPr>
            </a:pPr>
            <a:r>
              <a:rPr sz="900" b="1" i="0">
                <a:solidFill>
                  <a:srgbClr val="5F7387"/>
                </a:solidFill>
              </a:rPr>
              <a:t>TerStars</a:t>
            </a:r>
          </a:p>
        </p:txBody>
      </p:sp>
      <p:sp>
        <p:nvSpPr>
          <p:cNvPr id="48" name="">
            <a:extLst xmlns:a="http://schemas.openxmlformats.org/drawingml/2006/main">
              <a:ext uri="{FF2B5EF4-FFF2-40B4-BE49-F238E27FC236}">
                <a16:creationId xmlns:a16="http://schemas.microsoft.com/office/drawing/2014/main" id="{C4E814DD-B661-45AE-84A7-3F0F0B25753A}"/>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06</a:t>
            </a:r>
          </a:p>
        </p:txBody>
      </p:sp>
    </p:spTree>
    <p:extLst>
      <p:ext uri="{BB962C8B-B14F-4D97-AF65-F5344CB8AC3E}">
        <p14:creationId xmlns:p14="http://schemas.microsoft.com/office/powerpoint/2010/main" val="46026265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D1FAA5F-BC28-4E0A-B519-5C60ECB12611}"/>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29ED9"/>
                </a:solidFill>
              </a:defRPr>
            </a:pPr>
            <a:r>
              <a:rPr sz="975" b="1" i="0">
                <a:solidFill>
                  <a:srgbClr val="229ED9"/>
                </a:solidFill>
              </a:rPr>
              <a:t>TERSTARS · PRODUCT OVERVIEW</a:t>
            </a:r>
          </a:p>
        </p:txBody>
      </p:sp>
      <p:sp>
        <p:nvSpPr>
          <p:cNvPr id="2" name="">
            <a:extLst xmlns:a="http://schemas.openxmlformats.org/drawingml/2006/main">
              <a:ext uri="{FF2B5EF4-FFF2-40B4-BE49-F238E27FC236}">
                <a16:creationId xmlns:a16="http://schemas.microsoft.com/office/drawing/2014/main" id="{429A6172-0F0B-4467-91A8-73358C27AF4E}"/>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10263E"/>
                </a:solidFill>
              </a:defRPr>
            </a:pPr>
            <a:r>
              <a:rPr sz="2925" b="1" i="0">
                <a:solidFill>
                  <a:srgbClr val="10263E"/>
                </a:solidFill>
              </a:rPr>
              <a:t>Владелец видит всё важное в одном месте</a:t>
            </a:r>
          </a:p>
        </p:txBody>
      </p:sp>
      <p:sp>
        <p:nvSpPr>
          <p:cNvPr id="3" name="">
            <a:extLst xmlns:a="http://schemas.openxmlformats.org/drawingml/2006/main">
              <a:ext uri="{FF2B5EF4-FFF2-40B4-BE49-F238E27FC236}">
                <a16:creationId xmlns:a16="http://schemas.microsoft.com/office/drawing/2014/main" id="{B2BE4C6A-B641-4505-9A36-6E177BD05512}"/>
              </a:ext>
            </a:extLst>
          </p:cNvPr>
          <p:cNvSpPr>
            <a:spLocks xmlns:a="http://schemas.openxmlformats.org/drawingml/2006/main" noGrp="1"/>
          </p:cNvSpPr>
          <p:nvPr/>
        </p:nvSpPr>
        <p:spPr>
          <a:xfrm xmlns:a="http://schemas.openxmlformats.org/drawingml/2006/main">
            <a:off x="609600" y="1466850"/>
            <a:ext cx="5181600" cy="4229100"/>
          </a:xfrm>
          <a:prstGeom xmlns:a="http://schemas.openxmlformats.org/drawingml/2006/main" prst="roundRect">
            <a:avLst>
              <a:gd name="adj" fmla="val 2703"/>
            </a:avLst>
          </a:prstGeom>
          <a:solidFill xmlns:a="http://schemas.openxmlformats.org/drawingml/2006/main">
            <a:srgbClr val="0B1F36"/>
          </a:solidFill>
          <a:ln xmlns:a="http://schemas.openxmlformats.org/drawingml/2006/main" w="9525">
            <a:solidFill>
              <a:srgbClr val="264A6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a6758d0986d4660"/>
          <a:stretch xmlns:a="http://schemas.openxmlformats.org/drawingml/2006/main"/>
        </p:blipFill>
        <p:spPr>
          <a:xfrm xmlns:a="http://schemas.openxmlformats.org/drawingml/2006/main">
            <a:off x="781050" y="1982391"/>
            <a:ext cx="4838700" cy="2721769"/>
          </a:xfrm>
          <a:prstGeom xmlns:a="http://schemas.openxmlformats.org/drawingml/2006/main" prst="roundRect">
            <a:avLst>
              <a:gd name="adj" fmla="val 2260"/>
            </a:avLst>
          </a:prstGeom>
        </p:spPr>
      </p:pic>
      <p:sp>
        <p:nvSpPr>
          <p:cNvPr id="5" name="">
            <a:extLst xmlns:a="http://schemas.openxmlformats.org/drawingml/2006/main">
              <a:ext uri="{FF2B5EF4-FFF2-40B4-BE49-F238E27FC236}">
                <a16:creationId xmlns:a16="http://schemas.microsoft.com/office/drawing/2014/main" id="{D9722547-A863-4D22-A1BE-2D40DBC42F50}"/>
              </a:ext>
            </a:extLst>
          </p:cNvPr>
          <p:cNvSpPr>
            <a:spLocks xmlns:a="http://schemas.openxmlformats.org/drawingml/2006/main" noGrp="1"/>
          </p:cNvSpPr>
          <p:nvPr/>
        </p:nvSpPr>
        <p:spPr>
          <a:xfrm xmlns:a="http://schemas.openxmlformats.org/drawingml/2006/main">
            <a:off x="800100" y="5162550"/>
            <a:ext cx="2095500" cy="285750"/>
          </a:xfrm>
          <a:prstGeom xmlns:a="http://schemas.openxmlformats.org/drawingml/2006/main" prst="roundRect">
            <a:avLst>
              <a:gd name="adj" fmla="val 50000"/>
            </a:avLst>
          </a:prstGeom>
          <a:solidFill xmlns:a="http://schemas.openxmlformats.org/drawingml/2006/main">
            <a:srgbClr val="143A57"/>
          </a:solidFill>
          <a:ln xmlns:a="http://schemas.openxmlformats.org/drawingml/2006/main" w="9525">
            <a:solidFill>
              <a:srgbClr val="2F668B"/>
            </a:solidFill>
            <a:prstDash val="solid"/>
          </a:ln>
        </p:spPr>
      </p:sp>
      <p:sp>
        <p:nvSpPr>
          <p:cNvPr id="6" name="">
            <a:extLst xmlns:a="http://schemas.openxmlformats.org/drawingml/2006/main">
              <a:ext uri="{FF2B5EF4-FFF2-40B4-BE49-F238E27FC236}">
                <a16:creationId xmlns:a16="http://schemas.microsoft.com/office/drawing/2014/main" id="{8C0DEC1D-334F-41B7-A9D1-D26DD9D8AA5F}"/>
              </a:ext>
            </a:extLst>
          </p:cNvPr>
          <p:cNvSpPr>
            <a:spLocks xmlns:a="http://schemas.openxmlformats.org/drawingml/2006/main" noGrp="1"/>
          </p:cNvSpPr>
          <p:nvPr/>
        </p:nvSpPr>
        <p:spPr>
          <a:xfrm xmlns:a="http://schemas.openxmlformats.org/drawingml/2006/main">
            <a:off x="838200" y="5219700"/>
            <a:ext cx="2019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РЕАЛЬНЫЙ ЭКРАН ВХОДА</a:t>
            </a:r>
          </a:p>
        </p:txBody>
      </p:sp>
      <p:sp>
        <p:nvSpPr>
          <p:cNvPr id="7" name="">
            <a:extLst xmlns:a="http://schemas.openxmlformats.org/drawingml/2006/main">
              <a:ext uri="{FF2B5EF4-FFF2-40B4-BE49-F238E27FC236}">
                <a16:creationId xmlns:a16="http://schemas.microsoft.com/office/drawing/2014/main" id="{D78C076E-0ECA-4570-9537-B686C6177A23}"/>
              </a:ext>
            </a:extLst>
          </p:cNvPr>
          <p:cNvSpPr>
            <a:spLocks xmlns:a="http://schemas.openxmlformats.org/drawingml/2006/main" noGrp="1"/>
          </p:cNvSpPr>
          <p:nvPr/>
        </p:nvSpPr>
        <p:spPr>
          <a:xfrm xmlns:a="http://schemas.openxmlformats.org/drawingml/2006/main">
            <a:off x="3067050" y="5219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i="0">
                <a:solidFill>
                  <a:srgbClr val="BED7E8"/>
                </a:solidFill>
              </a:defRPr>
            </a:pPr>
            <a:r>
              <a:rPr sz="1125" b="0" i="0">
                <a:solidFill>
                  <a:srgbClr val="BED7E8"/>
                </a:solidFill>
              </a:rPr>
              <a:t>Пароль · 2FA · защищённый вход</a:t>
            </a:r>
          </a:p>
        </p:txBody>
      </p:sp>
      <p:sp>
        <p:nvSpPr>
          <p:cNvPr id="8" name="">
            <a:extLst xmlns:a="http://schemas.openxmlformats.org/drawingml/2006/main">
              <a:ext uri="{FF2B5EF4-FFF2-40B4-BE49-F238E27FC236}">
                <a16:creationId xmlns:a16="http://schemas.microsoft.com/office/drawing/2014/main" id="{FB2342C9-79FB-4711-9EDA-ED363172A53C}"/>
              </a:ext>
            </a:extLst>
          </p:cNvPr>
          <p:cNvSpPr>
            <a:spLocks xmlns:a="http://schemas.openxmlformats.org/drawingml/2006/main" noGrp="1"/>
          </p:cNvSpPr>
          <p:nvPr/>
        </p:nvSpPr>
        <p:spPr>
          <a:xfrm xmlns:a="http://schemas.openxmlformats.org/drawingml/2006/main">
            <a:off x="6191250" y="1466850"/>
            <a:ext cx="539115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9525">
            <a:solidFill>
              <a:srgbClr val="AFCFDE"/>
            </a:solidFill>
            <a:prstDash val="solid"/>
          </a:ln>
        </p:spPr>
      </p:sp>
      <p:sp>
        <p:nvSpPr>
          <p:cNvPr id="9" name="">
            <a:extLst xmlns:a="http://schemas.openxmlformats.org/drawingml/2006/main">
              <a:ext uri="{FF2B5EF4-FFF2-40B4-BE49-F238E27FC236}">
                <a16:creationId xmlns:a16="http://schemas.microsoft.com/office/drawing/2014/main" id="{88DFEAC5-2157-4DF5-BCE8-EAF79491F86B}"/>
              </a:ext>
            </a:extLst>
          </p:cNvPr>
          <p:cNvSpPr>
            <a:spLocks xmlns:a="http://schemas.openxmlformats.org/drawingml/2006/main" noGrp="1"/>
          </p:cNvSpPr>
          <p:nvPr/>
        </p:nvSpPr>
        <p:spPr>
          <a:xfrm xmlns:a="http://schemas.openxmlformats.org/drawingml/2006/main">
            <a:off x="6419850" y="1809750"/>
            <a:ext cx="493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10263E"/>
                </a:solidFill>
              </a:defRPr>
            </a:pPr>
            <a:r>
              <a:rPr sz="1650" b="1" i="0">
                <a:solidFill>
                  <a:srgbClr val="10263E"/>
                </a:solidFill>
              </a:rPr>
              <a:t>Панель управления магазином</a:t>
            </a:r>
          </a:p>
        </p:txBody>
      </p:sp>
      <p:sp>
        <p:nvSpPr>
          <p:cNvPr id="10" name="">
            <a:extLst xmlns:a="http://schemas.openxmlformats.org/drawingml/2006/main">
              <a:ext uri="{FF2B5EF4-FFF2-40B4-BE49-F238E27FC236}">
                <a16:creationId xmlns:a16="http://schemas.microsoft.com/office/drawing/2014/main" id="{55EB2530-D968-46DA-9D38-F3CEB9CA81E5}"/>
              </a:ext>
            </a:extLst>
          </p:cNvPr>
          <p:cNvSpPr>
            <a:spLocks xmlns:a="http://schemas.openxmlformats.org/drawingml/2006/main" noGrp="1"/>
          </p:cNvSpPr>
          <p:nvPr/>
        </p:nvSpPr>
        <p:spPr>
          <a:xfrm xmlns:a="http://schemas.openxmlformats.org/drawingml/2006/main">
            <a:off x="6419850" y="2247900"/>
            <a:ext cx="493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7890A2"/>
                </a:solidFill>
              </a:defRPr>
            </a:pPr>
            <a:r>
              <a:rPr sz="1200" b="0" i="0">
                <a:solidFill>
                  <a:srgbClr val="7890A2"/>
                </a:solidFill>
              </a:rPr>
              <a:t>Продажи, заказы и состояние системы — без командной строки</a:t>
            </a:r>
          </a:p>
        </p:txBody>
      </p:sp>
      <p:sp>
        <p:nvSpPr>
          <p:cNvPr id="11" name="">
            <a:extLst xmlns:a="http://schemas.openxmlformats.org/drawingml/2006/main">
              <a:ext uri="{FF2B5EF4-FFF2-40B4-BE49-F238E27FC236}">
                <a16:creationId xmlns:a16="http://schemas.microsoft.com/office/drawing/2014/main" id="{33C8563A-A9E4-4531-B83D-5503106B3F77}"/>
              </a:ext>
            </a:extLst>
          </p:cNvPr>
          <p:cNvSpPr>
            <a:spLocks xmlns:a="http://schemas.openxmlformats.org/drawingml/2006/main" noGrp="1"/>
          </p:cNvSpPr>
          <p:nvPr/>
        </p:nvSpPr>
        <p:spPr>
          <a:xfrm xmlns:a="http://schemas.openxmlformats.org/drawingml/2006/main">
            <a:off x="6191250" y="3390900"/>
            <a:ext cx="95250" cy="9525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12" name="">
            <a:extLst xmlns:a="http://schemas.openxmlformats.org/drawingml/2006/main">
              <a:ext uri="{FF2B5EF4-FFF2-40B4-BE49-F238E27FC236}">
                <a16:creationId xmlns:a16="http://schemas.microsoft.com/office/drawing/2014/main" id="{6E4E52B1-EC04-432F-A32E-2F808A88EEDB}"/>
              </a:ext>
            </a:extLst>
          </p:cNvPr>
          <p:cNvSpPr>
            <a:spLocks xmlns:a="http://schemas.openxmlformats.org/drawingml/2006/main" noGrp="1"/>
          </p:cNvSpPr>
          <p:nvPr/>
        </p:nvSpPr>
        <p:spPr>
          <a:xfrm xmlns:a="http://schemas.openxmlformats.org/drawingml/2006/main">
            <a:off x="6381750" y="33147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Продажи</a:t>
            </a:r>
          </a:p>
        </p:txBody>
      </p:sp>
      <p:sp>
        <p:nvSpPr>
          <p:cNvPr id="13" name="">
            <a:extLst xmlns:a="http://schemas.openxmlformats.org/drawingml/2006/main">
              <a:ext uri="{FF2B5EF4-FFF2-40B4-BE49-F238E27FC236}">
                <a16:creationId xmlns:a16="http://schemas.microsoft.com/office/drawing/2014/main" id="{4B8C3564-3ADF-4F5B-B802-ED59258DF750}"/>
              </a:ext>
            </a:extLst>
          </p:cNvPr>
          <p:cNvSpPr>
            <a:spLocks xmlns:a="http://schemas.openxmlformats.org/drawingml/2006/main" noGrp="1"/>
          </p:cNvSpPr>
          <p:nvPr/>
        </p:nvSpPr>
        <p:spPr>
          <a:xfrm xmlns:a="http://schemas.openxmlformats.org/drawingml/2006/main">
            <a:off x="7753350" y="33147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выручка и динамика</a:t>
            </a:r>
          </a:p>
        </p:txBody>
      </p:sp>
      <p:sp>
        <p:nvSpPr>
          <p:cNvPr id="14" name="">
            <a:extLst xmlns:a="http://schemas.openxmlformats.org/drawingml/2006/main">
              <a:ext uri="{FF2B5EF4-FFF2-40B4-BE49-F238E27FC236}">
                <a16:creationId xmlns:a16="http://schemas.microsoft.com/office/drawing/2014/main" id="{1FDCC355-1439-4162-8694-0783D4B52989}"/>
              </a:ext>
            </a:extLst>
          </p:cNvPr>
          <p:cNvSpPr>
            <a:spLocks xmlns:a="http://schemas.openxmlformats.org/drawingml/2006/main" noGrp="1"/>
          </p:cNvSpPr>
          <p:nvPr/>
        </p:nvSpPr>
        <p:spPr>
          <a:xfrm xmlns:a="http://schemas.openxmlformats.org/drawingml/2006/main">
            <a:off x="8896350" y="3390900"/>
            <a:ext cx="95250" cy="9525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15" name="">
            <a:extLst xmlns:a="http://schemas.openxmlformats.org/drawingml/2006/main">
              <a:ext uri="{FF2B5EF4-FFF2-40B4-BE49-F238E27FC236}">
                <a16:creationId xmlns:a16="http://schemas.microsoft.com/office/drawing/2014/main" id="{2B327DF6-4603-459E-A5BF-862BCA08BEB5}"/>
              </a:ext>
            </a:extLst>
          </p:cNvPr>
          <p:cNvSpPr>
            <a:spLocks xmlns:a="http://schemas.openxmlformats.org/drawingml/2006/main" noGrp="1"/>
          </p:cNvSpPr>
          <p:nvPr/>
        </p:nvSpPr>
        <p:spPr>
          <a:xfrm xmlns:a="http://schemas.openxmlformats.org/drawingml/2006/main">
            <a:off x="9086850" y="33147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Заказы</a:t>
            </a:r>
          </a:p>
        </p:txBody>
      </p:sp>
      <p:sp>
        <p:nvSpPr>
          <p:cNvPr id="16" name="">
            <a:extLst xmlns:a="http://schemas.openxmlformats.org/drawingml/2006/main">
              <a:ext uri="{FF2B5EF4-FFF2-40B4-BE49-F238E27FC236}">
                <a16:creationId xmlns:a16="http://schemas.microsoft.com/office/drawing/2014/main" id="{540262CC-9BD7-40DE-B863-6E63786E2557}"/>
              </a:ext>
            </a:extLst>
          </p:cNvPr>
          <p:cNvSpPr>
            <a:spLocks xmlns:a="http://schemas.openxmlformats.org/drawingml/2006/main" noGrp="1"/>
          </p:cNvSpPr>
          <p:nvPr/>
        </p:nvSpPr>
        <p:spPr>
          <a:xfrm xmlns:a="http://schemas.openxmlformats.org/drawingml/2006/main">
            <a:off x="10458450" y="33147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оплата и выдача</a:t>
            </a:r>
          </a:p>
        </p:txBody>
      </p:sp>
      <p:sp>
        <p:nvSpPr>
          <p:cNvPr id="17" name="">
            <a:extLst xmlns:a="http://schemas.openxmlformats.org/drawingml/2006/main">
              <a:ext uri="{FF2B5EF4-FFF2-40B4-BE49-F238E27FC236}">
                <a16:creationId xmlns:a16="http://schemas.microsoft.com/office/drawing/2014/main" id="{2B060DAF-388F-4FAF-B999-D06BCB857CB8}"/>
              </a:ext>
            </a:extLst>
          </p:cNvPr>
          <p:cNvSpPr>
            <a:spLocks xmlns:a="http://schemas.openxmlformats.org/drawingml/2006/main" noGrp="1"/>
          </p:cNvSpPr>
          <p:nvPr/>
        </p:nvSpPr>
        <p:spPr>
          <a:xfrm xmlns:a="http://schemas.openxmlformats.org/drawingml/2006/main">
            <a:off x="6191250" y="4000500"/>
            <a:ext cx="95250" cy="9525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18" name="">
            <a:extLst xmlns:a="http://schemas.openxmlformats.org/drawingml/2006/main">
              <a:ext uri="{FF2B5EF4-FFF2-40B4-BE49-F238E27FC236}">
                <a16:creationId xmlns:a16="http://schemas.microsoft.com/office/drawing/2014/main" id="{5333A88E-1CBB-4ED1-8F0B-7507FD022F65}"/>
              </a:ext>
            </a:extLst>
          </p:cNvPr>
          <p:cNvSpPr>
            <a:spLocks xmlns:a="http://schemas.openxmlformats.org/drawingml/2006/main" noGrp="1"/>
          </p:cNvSpPr>
          <p:nvPr/>
        </p:nvSpPr>
        <p:spPr>
          <a:xfrm xmlns:a="http://schemas.openxmlformats.org/drawingml/2006/main">
            <a:off x="6381750" y="39243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Пользователи</a:t>
            </a:r>
          </a:p>
        </p:txBody>
      </p:sp>
      <p:sp>
        <p:nvSpPr>
          <p:cNvPr id="19" name="">
            <a:extLst xmlns:a="http://schemas.openxmlformats.org/drawingml/2006/main">
              <a:ext uri="{FF2B5EF4-FFF2-40B4-BE49-F238E27FC236}">
                <a16:creationId xmlns:a16="http://schemas.microsoft.com/office/drawing/2014/main" id="{CC879C8C-37F3-4DBF-958A-BDEBD93C5C4F}"/>
              </a:ext>
            </a:extLst>
          </p:cNvPr>
          <p:cNvSpPr>
            <a:spLocks xmlns:a="http://schemas.openxmlformats.org/drawingml/2006/main" noGrp="1"/>
          </p:cNvSpPr>
          <p:nvPr/>
        </p:nvSpPr>
        <p:spPr>
          <a:xfrm xmlns:a="http://schemas.openxmlformats.org/drawingml/2006/main">
            <a:off x="7753350" y="3924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история и доступ</a:t>
            </a:r>
          </a:p>
        </p:txBody>
      </p:sp>
      <p:sp>
        <p:nvSpPr>
          <p:cNvPr id="20" name="">
            <a:extLst xmlns:a="http://schemas.openxmlformats.org/drawingml/2006/main">
              <a:ext uri="{FF2B5EF4-FFF2-40B4-BE49-F238E27FC236}">
                <a16:creationId xmlns:a16="http://schemas.microsoft.com/office/drawing/2014/main" id="{6D9617FC-1F46-4A37-BAAD-F1892BDF72A8}"/>
              </a:ext>
            </a:extLst>
          </p:cNvPr>
          <p:cNvSpPr>
            <a:spLocks xmlns:a="http://schemas.openxmlformats.org/drawingml/2006/main" noGrp="1"/>
          </p:cNvSpPr>
          <p:nvPr/>
        </p:nvSpPr>
        <p:spPr>
          <a:xfrm xmlns:a="http://schemas.openxmlformats.org/drawingml/2006/main">
            <a:off x="8896350" y="4000500"/>
            <a:ext cx="95250" cy="9525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1" name="">
            <a:extLst xmlns:a="http://schemas.openxmlformats.org/drawingml/2006/main">
              <a:ext uri="{FF2B5EF4-FFF2-40B4-BE49-F238E27FC236}">
                <a16:creationId xmlns:a16="http://schemas.microsoft.com/office/drawing/2014/main" id="{0B8CEF64-498D-444B-9B5A-B75384F1375F}"/>
              </a:ext>
            </a:extLst>
          </p:cNvPr>
          <p:cNvSpPr>
            <a:spLocks xmlns:a="http://schemas.openxmlformats.org/drawingml/2006/main" noGrp="1"/>
          </p:cNvSpPr>
          <p:nvPr/>
        </p:nvSpPr>
        <p:spPr>
          <a:xfrm xmlns:a="http://schemas.openxmlformats.org/drawingml/2006/main">
            <a:off x="9086850" y="39243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Состояние</a:t>
            </a:r>
          </a:p>
        </p:txBody>
      </p:sp>
      <p:sp>
        <p:nvSpPr>
          <p:cNvPr id="22" name="">
            <a:extLst xmlns:a="http://schemas.openxmlformats.org/drawingml/2006/main">
              <a:ext uri="{FF2B5EF4-FFF2-40B4-BE49-F238E27FC236}">
                <a16:creationId xmlns:a16="http://schemas.microsoft.com/office/drawing/2014/main" id="{251010AD-A729-408B-A054-A8316FB6218B}"/>
              </a:ext>
            </a:extLst>
          </p:cNvPr>
          <p:cNvSpPr>
            <a:spLocks xmlns:a="http://schemas.openxmlformats.org/drawingml/2006/main" noGrp="1"/>
          </p:cNvSpPr>
          <p:nvPr/>
        </p:nvSpPr>
        <p:spPr>
          <a:xfrm xmlns:a="http://schemas.openxmlformats.org/drawingml/2006/main">
            <a:off x="10458450" y="3924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бот и интеграции</a:t>
            </a:r>
          </a:p>
        </p:txBody>
      </p:sp>
      <p:sp>
        <p:nvSpPr>
          <p:cNvPr id="23" name="">
            <a:extLst xmlns:a="http://schemas.openxmlformats.org/drawingml/2006/main">
              <a:ext uri="{FF2B5EF4-FFF2-40B4-BE49-F238E27FC236}">
                <a16:creationId xmlns:a16="http://schemas.microsoft.com/office/drawing/2014/main" id="{AE96D76C-AB02-4F44-993E-D4BA9E9C29D2}"/>
              </a:ext>
            </a:extLst>
          </p:cNvPr>
          <p:cNvSpPr>
            <a:spLocks xmlns:a="http://schemas.openxmlformats.org/drawingml/2006/main" noGrp="1"/>
          </p:cNvSpPr>
          <p:nvPr/>
        </p:nvSpPr>
        <p:spPr>
          <a:xfrm xmlns:a="http://schemas.openxmlformats.org/drawingml/2006/main">
            <a:off x="6191250" y="4610100"/>
            <a:ext cx="95250" cy="9525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4" name="">
            <a:extLst xmlns:a="http://schemas.openxmlformats.org/drawingml/2006/main">
              <a:ext uri="{FF2B5EF4-FFF2-40B4-BE49-F238E27FC236}">
                <a16:creationId xmlns:a16="http://schemas.microsoft.com/office/drawing/2014/main" id="{C21C7F48-D0D6-4072-A8A7-395C3F93B286}"/>
              </a:ext>
            </a:extLst>
          </p:cNvPr>
          <p:cNvSpPr>
            <a:spLocks xmlns:a="http://schemas.openxmlformats.org/drawingml/2006/main" noGrp="1"/>
          </p:cNvSpPr>
          <p:nvPr/>
        </p:nvSpPr>
        <p:spPr>
          <a:xfrm xmlns:a="http://schemas.openxmlformats.org/drawingml/2006/main">
            <a:off x="6381750" y="4533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Действия</a:t>
            </a:r>
          </a:p>
        </p:txBody>
      </p:sp>
      <p:sp>
        <p:nvSpPr>
          <p:cNvPr id="25" name="">
            <a:extLst xmlns:a="http://schemas.openxmlformats.org/drawingml/2006/main">
              <a:ext uri="{FF2B5EF4-FFF2-40B4-BE49-F238E27FC236}">
                <a16:creationId xmlns:a16="http://schemas.microsoft.com/office/drawing/2014/main" id="{A69C73BF-A126-474F-A951-58B95267A408}"/>
              </a:ext>
            </a:extLst>
          </p:cNvPr>
          <p:cNvSpPr>
            <a:spLocks xmlns:a="http://schemas.openxmlformats.org/drawingml/2006/main" noGrp="1"/>
          </p:cNvSpPr>
          <p:nvPr/>
        </p:nvSpPr>
        <p:spPr>
          <a:xfrm xmlns:a="http://schemas.openxmlformats.org/drawingml/2006/main">
            <a:off x="7753350" y="45339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кто что изменил</a:t>
            </a:r>
          </a:p>
        </p:txBody>
      </p:sp>
      <p:sp>
        <p:nvSpPr>
          <p:cNvPr id="26" name="">
            <a:extLst xmlns:a="http://schemas.openxmlformats.org/drawingml/2006/main">
              <a:ext uri="{FF2B5EF4-FFF2-40B4-BE49-F238E27FC236}">
                <a16:creationId xmlns:a16="http://schemas.microsoft.com/office/drawing/2014/main" id="{6E7C12C8-D660-412E-BCD4-A7DB6E6E6B4C}"/>
              </a:ext>
            </a:extLst>
          </p:cNvPr>
          <p:cNvSpPr>
            <a:spLocks xmlns:a="http://schemas.openxmlformats.org/drawingml/2006/main" noGrp="1"/>
          </p:cNvSpPr>
          <p:nvPr/>
        </p:nvSpPr>
        <p:spPr>
          <a:xfrm xmlns:a="http://schemas.openxmlformats.org/drawingml/2006/main">
            <a:off x="8896350" y="4610100"/>
            <a:ext cx="95250" cy="95250"/>
          </a:xfrm>
          <a:prstGeom xmlns:a="http://schemas.openxmlformats.org/drawingml/2006/main" prst="ellipse">
            <a:avLst/>
          </a:prstGeom>
          <a:solidFill xmlns:a="http://schemas.openxmlformats.org/drawingml/2006/main">
            <a:srgbClr val="F6C453"/>
          </a:solidFill>
          <a:ln xmlns:a="http://schemas.openxmlformats.org/drawingml/2006/main" w="0">
            <a:solidFill>
              <a:srgbClr val="F6C453"/>
            </a:solidFill>
            <a:prstDash val="solid"/>
          </a:ln>
        </p:spPr>
      </p:sp>
      <p:sp>
        <p:nvSpPr>
          <p:cNvPr id="27" name="">
            <a:extLst xmlns:a="http://schemas.openxmlformats.org/drawingml/2006/main">
              <a:ext uri="{FF2B5EF4-FFF2-40B4-BE49-F238E27FC236}">
                <a16:creationId xmlns:a16="http://schemas.microsoft.com/office/drawing/2014/main" id="{8BA36767-6E98-4D24-8C10-AE806EB3818A}"/>
              </a:ext>
            </a:extLst>
          </p:cNvPr>
          <p:cNvSpPr>
            <a:spLocks xmlns:a="http://schemas.openxmlformats.org/drawingml/2006/main" noGrp="1"/>
          </p:cNvSpPr>
          <p:nvPr/>
        </p:nvSpPr>
        <p:spPr>
          <a:xfrm xmlns:a="http://schemas.openxmlformats.org/drawingml/2006/main">
            <a:off x="9086850" y="4533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Управление</a:t>
            </a:r>
          </a:p>
        </p:txBody>
      </p:sp>
      <p:sp>
        <p:nvSpPr>
          <p:cNvPr id="28" name="">
            <a:extLst xmlns:a="http://schemas.openxmlformats.org/drawingml/2006/main">
              <a:ext uri="{FF2B5EF4-FFF2-40B4-BE49-F238E27FC236}">
                <a16:creationId xmlns:a16="http://schemas.microsoft.com/office/drawing/2014/main" id="{33A4E288-342D-4A5F-A750-79B21625AE51}"/>
              </a:ext>
            </a:extLst>
          </p:cNvPr>
          <p:cNvSpPr>
            <a:spLocks xmlns:a="http://schemas.openxmlformats.org/drawingml/2006/main" noGrp="1"/>
          </p:cNvSpPr>
          <p:nvPr/>
        </p:nvSpPr>
        <p:spPr>
          <a:xfrm xmlns:a="http://schemas.openxmlformats.org/drawingml/2006/main">
            <a:off x="10458450" y="45339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стоп и запуск</a:t>
            </a:r>
          </a:p>
        </p:txBody>
      </p:sp>
      <p:sp>
        <p:nvSpPr>
          <p:cNvPr id="29" name="">
            <a:extLst xmlns:a="http://schemas.openxmlformats.org/drawingml/2006/main">
              <a:ext uri="{FF2B5EF4-FFF2-40B4-BE49-F238E27FC236}">
                <a16:creationId xmlns:a16="http://schemas.microsoft.com/office/drawing/2014/main" id="{86C33FAF-36C0-4A74-BA63-2B2AA644E507}"/>
              </a:ext>
            </a:extLst>
          </p:cNvPr>
          <p:cNvSpPr>
            <a:spLocks xmlns:a="http://schemas.openxmlformats.org/drawingml/2006/main" noGrp="1"/>
          </p:cNvSpPr>
          <p:nvPr/>
        </p:nvSpPr>
        <p:spPr>
          <a:xfrm xmlns:a="http://schemas.openxmlformats.org/drawingml/2006/main">
            <a:off x="6191250" y="5219700"/>
            <a:ext cx="95250" cy="9525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30" name="">
            <a:extLst xmlns:a="http://schemas.openxmlformats.org/drawingml/2006/main">
              <a:ext uri="{FF2B5EF4-FFF2-40B4-BE49-F238E27FC236}">
                <a16:creationId xmlns:a16="http://schemas.microsoft.com/office/drawing/2014/main" id="{7F27D691-EBAB-4065-B514-6F0B11111516}"/>
              </a:ext>
            </a:extLst>
          </p:cNvPr>
          <p:cNvSpPr>
            <a:spLocks xmlns:a="http://schemas.openxmlformats.org/drawingml/2006/main" noGrp="1"/>
          </p:cNvSpPr>
          <p:nvPr/>
        </p:nvSpPr>
        <p:spPr>
          <a:xfrm xmlns:a="http://schemas.openxmlformats.org/drawingml/2006/main">
            <a:off x="6381750" y="5143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0263E"/>
                </a:solidFill>
              </a:defRPr>
            </a:pPr>
            <a:r>
              <a:rPr sz="1200" b="1" i="0">
                <a:solidFill>
                  <a:srgbClr val="10263E"/>
                </a:solidFill>
              </a:rPr>
              <a:t>Настройки</a:t>
            </a:r>
          </a:p>
        </p:txBody>
      </p:sp>
      <p:sp>
        <p:nvSpPr>
          <p:cNvPr id="31" name="">
            <a:extLst xmlns:a="http://schemas.openxmlformats.org/drawingml/2006/main">
              <a:ext uri="{FF2B5EF4-FFF2-40B4-BE49-F238E27FC236}">
                <a16:creationId xmlns:a16="http://schemas.microsoft.com/office/drawing/2014/main" id="{E65510CD-4DEF-44D9-9291-0C5AC2E6207B}"/>
              </a:ext>
            </a:extLst>
          </p:cNvPr>
          <p:cNvSpPr>
            <a:spLocks xmlns:a="http://schemas.openxmlformats.org/drawingml/2006/main" noGrp="1"/>
          </p:cNvSpPr>
          <p:nvPr/>
        </p:nvSpPr>
        <p:spPr>
          <a:xfrm xmlns:a="http://schemas.openxmlformats.org/drawingml/2006/main">
            <a:off x="7753350" y="51435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7387"/>
                </a:solidFill>
              </a:defRPr>
            </a:pPr>
            <a:r>
              <a:rPr sz="975" b="0" i="0">
                <a:solidFill>
                  <a:srgbClr val="5F7387"/>
                </a:solidFill>
              </a:rPr>
              <a:t>цены и лимиты</a:t>
            </a:r>
          </a:p>
        </p:txBody>
      </p:sp>
      <p:sp>
        <p:nvSpPr>
          <p:cNvPr id="32" name="">
            <a:extLst xmlns:a="http://schemas.openxmlformats.org/drawingml/2006/main">
              <a:ext uri="{FF2B5EF4-FFF2-40B4-BE49-F238E27FC236}">
                <a16:creationId xmlns:a16="http://schemas.microsoft.com/office/drawing/2014/main" id="{87FA06B6-B349-4C56-840E-97613D76026A}"/>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33" name="">
            <a:extLst xmlns:a="http://schemas.openxmlformats.org/drawingml/2006/main">
              <a:ext uri="{FF2B5EF4-FFF2-40B4-BE49-F238E27FC236}">
                <a16:creationId xmlns:a16="http://schemas.microsoft.com/office/drawing/2014/main" id="{B5752C2D-0EE5-4350-AC5E-1221701795A8}"/>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7387"/>
                </a:solidFill>
              </a:defRPr>
            </a:pPr>
            <a:r>
              <a:rPr sz="900" b="1" i="0">
                <a:solidFill>
                  <a:srgbClr val="5F7387"/>
                </a:solidFill>
              </a:rPr>
              <a:t>TerStars</a:t>
            </a:r>
          </a:p>
        </p:txBody>
      </p:sp>
      <p:sp>
        <p:nvSpPr>
          <p:cNvPr id="34" name="">
            <a:extLst xmlns:a="http://schemas.openxmlformats.org/drawingml/2006/main">
              <a:ext uri="{FF2B5EF4-FFF2-40B4-BE49-F238E27FC236}">
                <a16:creationId xmlns:a16="http://schemas.microsoft.com/office/drawing/2014/main" id="{C1BAD9F2-33E2-48C2-B0B8-778F5EF12991}"/>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07</a:t>
            </a:r>
          </a:p>
        </p:txBody>
      </p:sp>
    </p:spTree>
    <p:extLst>
      <p:ext uri="{BB962C8B-B14F-4D97-AF65-F5344CB8AC3E}">
        <p14:creationId xmlns:p14="http://schemas.microsoft.com/office/powerpoint/2010/main" val="14065796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AFC58DD-ECD7-4B9D-936C-DDFAE7173AC1}"/>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0B1F36"/>
          </a:solidFill>
          <a:ln xmlns:a="http://schemas.openxmlformats.org/drawingml/2006/main" w="0">
            <a:solidFill>
              <a:srgbClr val="0B1F36"/>
            </a:solidFill>
            <a:prstDash val="solid"/>
          </a:ln>
        </p:spPr>
      </p:sp>
      <p:sp>
        <p:nvSpPr>
          <p:cNvPr id="2" name="">
            <a:extLst xmlns:a="http://schemas.openxmlformats.org/drawingml/2006/main">
              <a:ext uri="{FF2B5EF4-FFF2-40B4-BE49-F238E27FC236}">
                <a16:creationId xmlns:a16="http://schemas.microsoft.com/office/drawing/2014/main" id="{E0631EFA-FE4D-4175-8A8D-CA4599102BC1}"/>
              </a:ext>
            </a:extLst>
          </p:cNvPr>
          <p:cNvSpPr>
            <a:spLocks xmlns:a="http://schemas.openxmlformats.org/drawingml/2006/main" noGrp="1"/>
          </p:cNvSpPr>
          <p:nvPr/>
        </p:nvSpPr>
        <p:spPr>
          <a:xfrm xmlns:a="http://schemas.openxmlformats.org/drawingml/2006/main">
            <a:off x="609600" y="514350"/>
            <a:ext cx="10763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FFFFFF"/>
                </a:solidFill>
              </a:defRPr>
            </a:pPr>
            <a:r>
              <a:rPr sz="2850" b="1" i="0">
                <a:solidFill>
                  <a:srgbClr val="FFFFFF"/>
                </a:solidFill>
              </a:rPr>
              <a:t>Бот работает сам —</a:t>
            </a:r>
          </a:p>
          <a:p xmlns:a="http://schemas.openxmlformats.org/drawingml/2006/main">
            <a:pPr algn="l">
              <a:defRPr sz="2850" b="1" i="0">
                <a:solidFill>
                  <a:srgbClr val="FFFFFF"/>
                </a:solidFill>
              </a:defRPr>
            </a:pPr>
            <a:r>
              <a:rPr sz="2850" b="1" i="0">
                <a:solidFill>
                  <a:srgbClr val="FFFFFF"/>
                </a:solidFill>
              </a:rPr>
              <a:t>владелец только контролирует</a:t>
            </a:r>
          </a:p>
        </p:txBody>
      </p:sp>
      <p:sp>
        <p:nvSpPr>
          <p:cNvPr id="3" name="">
            <a:extLst xmlns:a="http://schemas.openxmlformats.org/drawingml/2006/main">
              <a:ext uri="{FF2B5EF4-FFF2-40B4-BE49-F238E27FC236}">
                <a16:creationId xmlns:a16="http://schemas.microsoft.com/office/drawing/2014/main" id="{6A962824-488F-48B2-ABD7-16DA8D6A2B38}"/>
              </a:ext>
            </a:extLst>
          </p:cNvPr>
          <p:cNvSpPr>
            <a:spLocks xmlns:a="http://schemas.openxmlformats.org/drawingml/2006/main" noGrp="1"/>
          </p:cNvSpPr>
          <p:nvPr/>
        </p:nvSpPr>
        <p:spPr>
          <a:xfrm xmlns:a="http://schemas.openxmlformats.org/drawingml/2006/main">
            <a:off x="609600" y="1676400"/>
            <a:ext cx="1676400" cy="285750"/>
          </a:xfrm>
          <a:prstGeom xmlns:a="http://schemas.openxmlformats.org/drawingml/2006/main" prst="roundRect">
            <a:avLst>
              <a:gd name="adj" fmla="val 50000"/>
            </a:avLst>
          </a:prstGeom>
          <a:solidFill xmlns:a="http://schemas.openxmlformats.org/drawingml/2006/main">
            <a:srgbClr val="143B58"/>
          </a:solidFill>
          <a:ln xmlns:a="http://schemas.openxmlformats.org/drawingml/2006/main" w="9525">
            <a:solidFill>
              <a:srgbClr val="2B688F"/>
            </a:solidFill>
            <a:prstDash val="solid"/>
          </a:ln>
        </p:spPr>
      </p:sp>
      <p:sp>
        <p:nvSpPr>
          <p:cNvPr id="4" name="">
            <a:extLst xmlns:a="http://schemas.openxmlformats.org/drawingml/2006/main">
              <a:ext uri="{FF2B5EF4-FFF2-40B4-BE49-F238E27FC236}">
                <a16:creationId xmlns:a16="http://schemas.microsoft.com/office/drawing/2014/main" id="{E4E125BF-B723-4A8D-BA77-1EED52A8C5FF}"/>
              </a:ext>
            </a:extLst>
          </p:cNvPr>
          <p:cNvSpPr>
            <a:spLocks xmlns:a="http://schemas.openxmlformats.org/drawingml/2006/main" noGrp="1"/>
          </p:cNvSpPr>
          <p:nvPr/>
        </p:nvSpPr>
        <p:spPr>
          <a:xfrm xmlns:a="http://schemas.openxmlformats.org/drawingml/2006/main">
            <a:off x="647700" y="1733550"/>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БОТ ДЕЛАЕТ САМ</a:t>
            </a:r>
          </a:p>
        </p:txBody>
      </p:sp>
      <p:sp>
        <p:nvSpPr>
          <p:cNvPr id="5" name="">
            <a:extLst xmlns:a="http://schemas.openxmlformats.org/drawingml/2006/main">
              <a:ext uri="{FF2B5EF4-FFF2-40B4-BE49-F238E27FC236}">
                <a16:creationId xmlns:a16="http://schemas.microsoft.com/office/drawing/2014/main" id="{37073B48-6377-43C4-8FB8-A6E4587E11BE}"/>
              </a:ext>
            </a:extLst>
          </p:cNvPr>
          <p:cNvSpPr>
            <a:spLocks xmlns:a="http://schemas.openxmlformats.org/drawingml/2006/main" noGrp="1"/>
          </p:cNvSpPr>
          <p:nvPr/>
        </p:nvSpPr>
        <p:spPr>
          <a:xfrm xmlns:a="http://schemas.openxmlformats.org/drawingml/2006/main">
            <a:off x="6438900" y="1676400"/>
            <a:ext cx="1257300" cy="285750"/>
          </a:xfrm>
          <a:prstGeom xmlns:a="http://schemas.openxmlformats.org/drawingml/2006/main" prst="roundRect">
            <a:avLst>
              <a:gd name="adj" fmla="val 50000"/>
            </a:avLst>
          </a:prstGeom>
          <a:solidFill xmlns:a="http://schemas.openxmlformats.org/drawingml/2006/main">
            <a:srgbClr val="FFF1CC"/>
          </a:solidFill>
          <a:ln xmlns:a="http://schemas.openxmlformats.org/drawingml/2006/main" w="0">
            <a:solidFill>
              <a:srgbClr val="FFF1CC"/>
            </a:solidFill>
            <a:prstDash val="solid"/>
          </a:ln>
        </p:spPr>
      </p:sp>
      <p:sp>
        <p:nvSpPr>
          <p:cNvPr id="6" name="">
            <a:extLst xmlns:a="http://schemas.openxmlformats.org/drawingml/2006/main">
              <a:ext uri="{FF2B5EF4-FFF2-40B4-BE49-F238E27FC236}">
                <a16:creationId xmlns:a16="http://schemas.microsoft.com/office/drawing/2014/main" id="{781A92F2-1AB0-4F5A-9BBB-497BEB1324D3}"/>
              </a:ext>
            </a:extLst>
          </p:cNvPr>
          <p:cNvSpPr>
            <a:spLocks xmlns:a="http://schemas.openxmlformats.org/drawingml/2006/main" noGrp="1"/>
          </p:cNvSpPr>
          <p:nvPr/>
        </p:nvSpPr>
        <p:spPr>
          <a:xfrm xmlns:a="http://schemas.openxmlformats.org/drawingml/2006/main">
            <a:off x="6477000" y="1733550"/>
            <a:ext cx="1181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9A6400"/>
                </a:solidFill>
              </a:defRPr>
            </a:pPr>
            <a:r>
              <a:rPr sz="975" b="1" i="0">
                <a:solidFill>
                  <a:srgbClr val="9A6400"/>
                </a:solidFill>
              </a:rPr>
              <a:t>ВЛАДЕЛЕЦ</a:t>
            </a:r>
          </a:p>
        </p:txBody>
      </p:sp>
      <p:sp>
        <p:nvSpPr>
          <p:cNvPr id="7" name="">
            <a:extLst xmlns:a="http://schemas.openxmlformats.org/drawingml/2006/main">
              <a:ext uri="{FF2B5EF4-FFF2-40B4-BE49-F238E27FC236}">
                <a16:creationId xmlns:a16="http://schemas.microsoft.com/office/drawing/2014/main" id="{57083426-73FE-4F3B-88E5-4888C2E83903}"/>
              </a:ext>
            </a:extLst>
          </p:cNvPr>
          <p:cNvSpPr>
            <a:spLocks xmlns:a="http://schemas.openxmlformats.org/drawingml/2006/main" noGrp="1"/>
          </p:cNvSpPr>
          <p:nvPr/>
        </p:nvSpPr>
        <p:spPr>
          <a:xfrm xmlns:a="http://schemas.openxmlformats.org/drawingml/2006/main">
            <a:off x="609600" y="2266950"/>
            <a:ext cx="457200" cy="285750"/>
          </a:xfrm>
          <a:prstGeom xmlns:a="http://schemas.openxmlformats.org/drawingml/2006/main" prst="roundRect">
            <a:avLst>
              <a:gd name="adj" fmla="val 50000"/>
            </a:avLst>
          </a:prstGeom>
          <a:solidFill xmlns:a="http://schemas.openxmlformats.org/drawingml/2006/main">
            <a:srgbClr val="113553"/>
          </a:solidFill>
          <a:ln xmlns:a="http://schemas.openxmlformats.org/drawingml/2006/main" w="0">
            <a:solidFill>
              <a:srgbClr val="113553"/>
            </a:solidFill>
            <a:prstDash val="solid"/>
          </a:ln>
        </p:spPr>
      </p:sp>
      <p:sp>
        <p:nvSpPr>
          <p:cNvPr id="8" name="">
            <a:extLst xmlns:a="http://schemas.openxmlformats.org/drawingml/2006/main">
              <a:ext uri="{FF2B5EF4-FFF2-40B4-BE49-F238E27FC236}">
                <a16:creationId xmlns:a16="http://schemas.microsoft.com/office/drawing/2014/main" id="{E80F335E-6C22-451E-A9CC-7458A630E454}"/>
              </a:ext>
            </a:extLst>
          </p:cNvPr>
          <p:cNvSpPr>
            <a:spLocks xmlns:a="http://schemas.openxmlformats.org/drawingml/2006/main" noGrp="1"/>
          </p:cNvSpPr>
          <p:nvPr/>
        </p:nvSpPr>
        <p:spPr>
          <a:xfrm xmlns:a="http://schemas.openxmlformats.org/drawingml/2006/main">
            <a:off x="647700" y="2324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01</a:t>
            </a:r>
          </a:p>
        </p:txBody>
      </p:sp>
      <p:sp>
        <p:nvSpPr>
          <p:cNvPr id="9" name="">
            <a:extLst xmlns:a="http://schemas.openxmlformats.org/drawingml/2006/main">
              <a:ext uri="{FF2B5EF4-FFF2-40B4-BE49-F238E27FC236}">
                <a16:creationId xmlns:a16="http://schemas.microsoft.com/office/drawing/2014/main" id="{57EC2A3C-70F2-4061-82DA-859DD0D6FE8C}"/>
              </a:ext>
            </a:extLst>
          </p:cNvPr>
          <p:cNvSpPr>
            <a:spLocks xmlns:a="http://schemas.openxmlformats.org/drawingml/2006/main" noGrp="1"/>
          </p:cNvSpPr>
          <p:nvPr/>
        </p:nvSpPr>
        <p:spPr>
          <a:xfrm xmlns:a="http://schemas.openxmlformats.org/drawingml/2006/main">
            <a:off x="1238250" y="230505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FFFF"/>
                </a:solidFill>
              </a:defRPr>
            </a:pPr>
            <a:r>
              <a:rPr sz="1425" b="1" i="0">
                <a:solidFill>
                  <a:srgbClr val="FFFFFF"/>
                </a:solidFill>
              </a:rPr>
              <a:t>Считает актуальную цену</a:t>
            </a:r>
          </a:p>
        </p:txBody>
      </p:sp>
      <p:sp>
        <p:nvSpPr>
          <p:cNvPr id="10" name="">
            <a:extLst xmlns:a="http://schemas.openxmlformats.org/drawingml/2006/main">
              <a:ext uri="{FF2B5EF4-FFF2-40B4-BE49-F238E27FC236}">
                <a16:creationId xmlns:a16="http://schemas.microsoft.com/office/drawing/2014/main" id="{A35D2FCE-CF92-4B5F-A1B3-4DC8421B69AB}"/>
              </a:ext>
            </a:extLst>
          </p:cNvPr>
          <p:cNvSpPr>
            <a:spLocks xmlns:a="http://schemas.openxmlformats.org/drawingml/2006/main" noGrp="1"/>
          </p:cNvSpPr>
          <p:nvPr/>
        </p:nvSpPr>
        <p:spPr>
          <a:xfrm xmlns:a="http://schemas.openxmlformats.org/drawingml/2006/main">
            <a:off x="609600" y="3067050"/>
            <a:ext cx="457200" cy="285750"/>
          </a:xfrm>
          <a:prstGeom xmlns:a="http://schemas.openxmlformats.org/drawingml/2006/main" prst="roundRect">
            <a:avLst>
              <a:gd name="adj" fmla="val 50000"/>
            </a:avLst>
          </a:prstGeom>
          <a:solidFill xmlns:a="http://schemas.openxmlformats.org/drawingml/2006/main">
            <a:srgbClr val="113553"/>
          </a:solidFill>
          <a:ln xmlns:a="http://schemas.openxmlformats.org/drawingml/2006/main" w="0">
            <a:solidFill>
              <a:srgbClr val="113553"/>
            </a:solidFill>
            <a:prstDash val="solid"/>
          </a:ln>
        </p:spPr>
      </p:sp>
      <p:sp>
        <p:nvSpPr>
          <p:cNvPr id="11" name="">
            <a:extLst xmlns:a="http://schemas.openxmlformats.org/drawingml/2006/main">
              <a:ext uri="{FF2B5EF4-FFF2-40B4-BE49-F238E27FC236}">
                <a16:creationId xmlns:a16="http://schemas.microsoft.com/office/drawing/2014/main" id="{44617E8B-C768-4DE4-8A43-DA4D1F3F3D3D}"/>
              </a:ext>
            </a:extLst>
          </p:cNvPr>
          <p:cNvSpPr>
            <a:spLocks xmlns:a="http://schemas.openxmlformats.org/drawingml/2006/main" noGrp="1"/>
          </p:cNvSpPr>
          <p:nvPr/>
        </p:nvSpPr>
        <p:spPr>
          <a:xfrm xmlns:a="http://schemas.openxmlformats.org/drawingml/2006/main">
            <a:off x="647700" y="31242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02</a:t>
            </a:r>
          </a:p>
        </p:txBody>
      </p:sp>
      <p:sp>
        <p:nvSpPr>
          <p:cNvPr id="12" name="">
            <a:extLst xmlns:a="http://schemas.openxmlformats.org/drawingml/2006/main">
              <a:ext uri="{FF2B5EF4-FFF2-40B4-BE49-F238E27FC236}">
                <a16:creationId xmlns:a16="http://schemas.microsoft.com/office/drawing/2014/main" id="{45947A3E-8403-405B-AF88-6778E5E994BE}"/>
              </a:ext>
            </a:extLst>
          </p:cNvPr>
          <p:cNvSpPr>
            <a:spLocks xmlns:a="http://schemas.openxmlformats.org/drawingml/2006/main" noGrp="1"/>
          </p:cNvSpPr>
          <p:nvPr/>
        </p:nvSpPr>
        <p:spPr>
          <a:xfrm xmlns:a="http://schemas.openxmlformats.org/drawingml/2006/main">
            <a:off x="1238250" y="310515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FFFF"/>
                </a:solidFill>
              </a:defRPr>
            </a:pPr>
            <a:r>
              <a:rPr sz="1425" b="1" i="0">
                <a:solidFill>
                  <a:srgbClr val="FFFFFF"/>
                </a:solidFill>
              </a:rPr>
              <a:t>Проверяет оплату</a:t>
            </a:r>
          </a:p>
        </p:txBody>
      </p:sp>
      <p:sp>
        <p:nvSpPr>
          <p:cNvPr id="13" name="">
            <a:extLst xmlns:a="http://schemas.openxmlformats.org/drawingml/2006/main">
              <a:ext uri="{FF2B5EF4-FFF2-40B4-BE49-F238E27FC236}">
                <a16:creationId xmlns:a16="http://schemas.microsoft.com/office/drawing/2014/main" id="{4FAB5B92-823F-4421-B09E-2C248066871A}"/>
              </a:ext>
            </a:extLst>
          </p:cNvPr>
          <p:cNvSpPr>
            <a:spLocks xmlns:a="http://schemas.openxmlformats.org/drawingml/2006/main" noGrp="1"/>
          </p:cNvSpPr>
          <p:nvPr/>
        </p:nvSpPr>
        <p:spPr>
          <a:xfrm xmlns:a="http://schemas.openxmlformats.org/drawingml/2006/main">
            <a:off x="609600" y="3867150"/>
            <a:ext cx="457200" cy="285750"/>
          </a:xfrm>
          <a:prstGeom xmlns:a="http://schemas.openxmlformats.org/drawingml/2006/main" prst="roundRect">
            <a:avLst>
              <a:gd name="adj" fmla="val 50000"/>
            </a:avLst>
          </a:prstGeom>
          <a:solidFill xmlns:a="http://schemas.openxmlformats.org/drawingml/2006/main">
            <a:srgbClr val="113553"/>
          </a:solidFill>
          <a:ln xmlns:a="http://schemas.openxmlformats.org/drawingml/2006/main" w="0">
            <a:solidFill>
              <a:srgbClr val="113553"/>
            </a:solidFill>
            <a:prstDash val="solid"/>
          </a:ln>
        </p:spPr>
      </p:sp>
      <p:sp>
        <p:nvSpPr>
          <p:cNvPr id="14" name="">
            <a:extLst xmlns:a="http://schemas.openxmlformats.org/drawingml/2006/main">
              <a:ext uri="{FF2B5EF4-FFF2-40B4-BE49-F238E27FC236}">
                <a16:creationId xmlns:a16="http://schemas.microsoft.com/office/drawing/2014/main" id="{1ED63117-E5F0-4869-A034-C81D3DA9C0E9}"/>
              </a:ext>
            </a:extLst>
          </p:cNvPr>
          <p:cNvSpPr>
            <a:spLocks xmlns:a="http://schemas.openxmlformats.org/drawingml/2006/main" noGrp="1"/>
          </p:cNvSpPr>
          <p:nvPr/>
        </p:nvSpPr>
        <p:spPr>
          <a:xfrm xmlns:a="http://schemas.openxmlformats.org/drawingml/2006/main">
            <a:off x="647700" y="39243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03</a:t>
            </a:r>
          </a:p>
        </p:txBody>
      </p:sp>
      <p:sp>
        <p:nvSpPr>
          <p:cNvPr id="15" name="">
            <a:extLst xmlns:a="http://schemas.openxmlformats.org/drawingml/2006/main">
              <a:ext uri="{FF2B5EF4-FFF2-40B4-BE49-F238E27FC236}">
                <a16:creationId xmlns:a16="http://schemas.microsoft.com/office/drawing/2014/main" id="{B581F3E1-AB8B-46A7-89A1-938585859FA3}"/>
              </a:ext>
            </a:extLst>
          </p:cNvPr>
          <p:cNvSpPr>
            <a:spLocks xmlns:a="http://schemas.openxmlformats.org/drawingml/2006/main" noGrp="1"/>
          </p:cNvSpPr>
          <p:nvPr/>
        </p:nvSpPr>
        <p:spPr>
          <a:xfrm xmlns:a="http://schemas.openxmlformats.org/drawingml/2006/main">
            <a:off x="1238250" y="390525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FFFF"/>
                </a:solidFill>
              </a:defRPr>
            </a:pPr>
            <a:r>
              <a:rPr sz="1425" b="1" i="0">
                <a:solidFill>
                  <a:srgbClr val="FFFFFF"/>
                </a:solidFill>
              </a:rPr>
              <a:t>Отправляет Stars</a:t>
            </a:r>
          </a:p>
        </p:txBody>
      </p:sp>
      <p:sp>
        <p:nvSpPr>
          <p:cNvPr id="16" name="">
            <a:extLst xmlns:a="http://schemas.openxmlformats.org/drawingml/2006/main">
              <a:ext uri="{FF2B5EF4-FFF2-40B4-BE49-F238E27FC236}">
                <a16:creationId xmlns:a16="http://schemas.microsoft.com/office/drawing/2014/main" id="{0D464C70-A20A-4A6E-B42F-A88DA7674F13}"/>
              </a:ext>
            </a:extLst>
          </p:cNvPr>
          <p:cNvSpPr>
            <a:spLocks xmlns:a="http://schemas.openxmlformats.org/drawingml/2006/main" noGrp="1"/>
          </p:cNvSpPr>
          <p:nvPr/>
        </p:nvSpPr>
        <p:spPr>
          <a:xfrm xmlns:a="http://schemas.openxmlformats.org/drawingml/2006/main">
            <a:off x="609600" y="4667250"/>
            <a:ext cx="457200" cy="285750"/>
          </a:xfrm>
          <a:prstGeom xmlns:a="http://schemas.openxmlformats.org/drawingml/2006/main" prst="roundRect">
            <a:avLst>
              <a:gd name="adj" fmla="val 50000"/>
            </a:avLst>
          </a:prstGeom>
          <a:solidFill xmlns:a="http://schemas.openxmlformats.org/drawingml/2006/main">
            <a:srgbClr val="113553"/>
          </a:solidFill>
          <a:ln xmlns:a="http://schemas.openxmlformats.org/drawingml/2006/main" w="0">
            <a:solidFill>
              <a:srgbClr val="113553"/>
            </a:solidFill>
            <a:prstDash val="solid"/>
          </a:ln>
        </p:spPr>
      </p:sp>
      <p:sp>
        <p:nvSpPr>
          <p:cNvPr id="17" name="">
            <a:extLst xmlns:a="http://schemas.openxmlformats.org/drawingml/2006/main">
              <a:ext uri="{FF2B5EF4-FFF2-40B4-BE49-F238E27FC236}">
                <a16:creationId xmlns:a16="http://schemas.microsoft.com/office/drawing/2014/main" id="{7F7DE304-A872-415B-AC00-8361D1048E87}"/>
              </a:ext>
            </a:extLst>
          </p:cNvPr>
          <p:cNvSpPr>
            <a:spLocks xmlns:a="http://schemas.openxmlformats.org/drawingml/2006/main" noGrp="1"/>
          </p:cNvSpPr>
          <p:nvPr/>
        </p:nvSpPr>
        <p:spPr>
          <a:xfrm xmlns:a="http://schemas.openxmlformats.org/drawingml/2006/main">
            <a:off x="647700" y="47244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04</a:t>
            </a:r>
          </a:p>
        </p:txBody>
      </p:sp>
      <p:sp>
        <p:nvSpPr>
          <p:cNvPr id="18" name="">
            <a:extLst xmlns:a="http://schemas.openxmlformats.org/drawingml/2006/main">
              <a:ext uri="{FF2B5EF4-FFF2-40B4-BE49-F238E27FC236}">
                <a16:creationId xmlns:a16="http://schemas.microsoft.com/office/drawing/2014/main" id="{BA3D2BE0-3242-4DA0-AEF1-7D0FF1691DA8}"/>
              </a:ext>
            </a:extLst>
          </p:cNvPr>
          <p:cNvSpPr>
            <a:spLocks xmlns:a="http://schemas.openxmlformats.org/drawingml/2006/main" noGrp="1"/>
          </p:cNvSpPr>
          <p:nvPr/>
        </p:nvSpPr>
        <p:spPr>
          <a:xfrm xmlns:a="http://schemas.openxmlformats.org/drawingml/2006/main">
            <a:off x="1238250" y="470535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FFFF"/>
                </a:solidFill>
              </a:defRPr>
            </a:pPr>
            <a:r>
              <a:rPr sz="1425" b="1" i="0">
                <a:solidFill>
                  <a:srgbClr val="FFFFFF"/>
                </a:solidFill>
              </a:rPr>
              <a:t>Сообщает результат</a:t>
            </a:r>
          </a:p>
        </p:txBody>
      </p:sp>
      <p:sp>
        <p:nvSpPr>
          <p:cNvPr id="19" name="">
            <a:extLst xmlns:a="http://schemas.openxmlformats.org/drawingml/2006/main">
              <a:ext uri="{FF2B5EF4-FFF2-40B4-BE49-F238E27FC236}">
                <a16:creationId xmlns:a16="http://schemas.microsoft.com/office/drawing/2014/main" id="{4AA66221-2624-4FF5-BE2B-9FBB54E972F0}"/>
              </a:ext>
            </a:extLst>
          </p:cNvPr>
          <p:cNvSpPr>
            <a:spLocks xmlns:a="http://schemas.openxmlformats.org/drawingml/2006/main" noGrp="1"/>
          </p:cNvSpPr>
          <p:nvPr/>
        </p:nvSpPr>
        <p:spPr>
          <a:xfrm xmlns:a="http://schemas.openxmlformats.org/drawingml/2006/main">
            <a:off x="6457950" y="2343150"/>
            <a:ext cx="104775" cy="104775"/>
          </a:xfrm>
          <a:prstGeom xmlns:a="http://schemas.openxmlformats.org/drawingml/2006/main" prst="ellipse">
            <a:avLst/>
          </a:prstGeom>
          <a:solidFill xmlns:a="http://schemas.openxmlformats.org/drawingml/2006/main">
            <a:srgbClr val="F6C453"/>
          </a:solidFill>
          <a:ln xmlns:a="http://schemas.openxmlformats.org/drawingml/2006/main" w="0">
            <a:solidFill>
              <a:srgbClr val="F6C453"/>
            </a:solidFill>
            <a:prstDash val="solid"/>
          </a:ln>
        </p:spPr>
      </p:sp>
      <p:sp>
        <p:nvSpPr>
          <p:cNvPr id="20" name="">
            <a:extLst xmlns:a="http://schemas.openxmlformats.org/drawingml/2006/main">
              <a:ext uri="{FF2B5EF4-FFF2-40B4-BE49-F238E27FC236}">
                <a16:creationId xmlns:a16="http://schemas.microsoft.com/office/drawing/2014/main" id="{6EA4D01D-429B-4A22-8894-17A03D1D2CEA}"/>
              </a:ext>
            </a:extLst>
          </p:cNvPr>
          <p:cNvSpPr>
            <a:spLocks xmlns:a="http://schemas.openxmlformats.org/drawingml/2006/main" noGrp="1"/>
          </p:cNvSpPr>
          <p:nvPr/>
        </p:nvSpPr>
        <p:spPr>
          <a:xfrm xmlns:a="http://schemas.openxmlformats.org/drawingml/2006/main">
            <a:off x="6667500" y="22669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Пополняет рабочий кошелёк</a:t>
            </a:r>
          </a:p>
        </p:txBody>
      </p:sp>
      <p:sp>
        <p:nvSpPr>
          <p:cNvPr id="21" name="">
            <a:extLst xmlns:a="http://schemas.openxmlformats.org/drawingml/2006/main">
              <a:ext uri="{FF2B5EF4-FFF2-40B4-BE49-F238E27FC236}">
                <a16:creationId xmlns:a16="http://schemas.microsoft.com/office/drawing/2014/main" id="{45E076A3-EA3D-48A6-8503-910B50E20315}"/>
              </a:ext>
            </a:extLst>
          </p:cNvPr>
          <p:cNvSpPr>
            <a:spLocks xmlns:a="http://schemas.openxmlformats.org/drawingml/2006/main" noGrp="1"/>
          </p:cNvSpPr>
          <p:nvPr/>
        </p:nvSpPr>
        <p:spPr>
          <a:xfrm xmlns:a="http://schemas.openxmlformats.org/drawingml/2006/main">
            <a:off x="6667500" y="256222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держит небольшой запас для заказов</a:t>
            </a:r>
          </a:p>
        </p:txBody>
      </p:sp>
      <p:sp>
        <p:nvSpPr>
          <p:cNvPr id="22" name="">
            <a:extLst xmlns:a="http://schemas.openxmlformats.org/drawingml/2006/main">
              <a:ext uri="{FF2B5EF4-FFF2-40B4-BE49-F238E27FC236}">
                <a16:creationId xmlns:a16="http://schemas.microsoft.com/office/drawing/2014/main" id="{13E497E1-B01C-4C82-8701-A0F946B16171}"/>
              </a:ext>
            </a:extLst>
          </p:cNvPr>
          <p:cNvSpPr>
            <a:spLocks xmlns:a="http://schemas.openxmlformats.org/drawingml/2006/main" noGrp="1"/>
          </p:cNvSpPr>
          <p:nvPr/>
        </p:nvSpPr>
        <p:spPr>
          <a:xfrm xmlns:a="http://schemas.openxmlformats.org/drawingml/2006/main">
            <a:off x="6457950" y="3143250"/>
            <a:ext cx="104775" cy="104775"/>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3" name="">
            <a:extLst xmlns:a="http://schemas.openxmlformats.org/drawingml/2006/main">
              <a:ext uri="{FF2B5EF4-FFF2-40B4-BE49-F238E27FC236}">
                <a16:creationId xmlns:a16="http://schemas.microsoft.com/office/drawing/2014/main" id="{36D848E0-3002-434E-AE8C-BF3F495C39E8}"/>
              </a:ext>
            </a:extLst>
          </p:cNvPr>
          <p:cNvSpPr>
            <a:spLocks xmlns:a="http://schemas.openxmlformats.org/drawingml/2006/main" noGrp="1"/>
          </p:cNvSpPr>
          <p:nvPr/>
        </p:nvSpPr>
        <p:spPr>
          <a:xfrm xmlns:a="http://schemas.openxmlformats.org/drawingml/2006/main">
            <a:off x="6667500" y="30670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Смотрит продажи</a:t>
            </a:r>
          </a:p>
        </p:txBody>
      </p:sp>
      <p:sp>
        <p:nvSpPr>
          <p:cNvPr id="24" name="">
            <a:extLst xmlns:a="http://schemas.openxmlformats.org/drawingml/2006/main">
              <a:ext uri="{FF2B5EF4-FFF2-40B4-BE49-F238E27FC236}">
                <a16:creationId xmlns:a16="http://schemas.microsoft.com/office/drawing/2014/main" id="{DBA97EFD-86AC-4ED2-A70C-382D37FC637A}"/>
              </a:ext>
            </a:extLst>
          </p:cNvPr>
          <p:cNvSpPr>
            <a:spLocks xmlns:a="http://schemas.openxmlformats.org/drawingml/2006/main" noGrp="1"/>
          </p:cNvSpPr>
          <p:nvPr/>
        </p:nvSpPr>
        <p:spPr>
          <a:xfrm xmlns:a="http://schemas.openxmlformats.org/drawingml/2006/main">
            <a:off x="6667500" y="336232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выручка, заказы и пользователи</a:t>
            </a:r>
          </a:p>
        </p:txBody>
      </p:sp>
      <p:sp>
        <p:nvSpPr>
          <p:cNvPr id="25" name="">
            <a:extLst xmlns:a="http://schemas.openxmlformats.org/drawingml/2006/main">
              <a:ext uri="{FF2B5EF4-FFF2-40B4-BE49-F238E27FC236}">
                <a16:creationId xmlns:a16="http://schemas.microsoft.com/office/drawing/2014/main" id="{81F5DB11-4752-42DD-9B7F-0ED7C6141956}"/>
              </a:ext>
            </a:extLst>
          </p:cNvPr>
          <p:cNvSpPr>
            <a:spLocks xmlns:a="http://schemas.openxmlformats.org/drawingml/2006/main" noGrp="1"/>
          </p:cNvSpPr>
          <p:nvPr/>
        </p:nvSpPr>
        <p:spPr>
          <a:xfrm xmlns:a="http://schemas.openxmlformats.org/drawingml/2006/main">
            <a:off x="6457950" y="3943350"/>
            <a:ext cx="104775" cy="104775"/>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6" name="">
            <a:extLst xmlns:a="http://schemas.openxmlformats.org/drawingml/2006/main">
              <a:ext uri="{FF2B5EF4-FFF2-40B4-BE49-F238E27FC236}">
                <a16:creationId xmlns:a16="http://schemas.microsoft.com/office/drawing/2014/main" id="{C79E5EEF-150D-4716-8EE2-AEC2F6736422}"/>
              </a:ext>
            </a:extLst>
          </p:cNvPr>
          <p:cNvSpPr>
            <a:spLocks xmlns:a="http://schemas.openxmlformats.org/drawingml/2006/main" noGrp="1"/>
          </p:cNvSpPr>
          <p:nvPr/>
        </p:nvSpPr>
        <p:spPr>
          <a:xfrm xmlns:a="http://schemas.openxmlformats.org/drawingml/2006/main">
            <a:off x="6667500" y="38671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Решает редкие ошибки</a:t>
            </a:r>
          </a:p>
        </p:txBody>
      </p:sp>
      <p:sp>
        <p:nvSpPr>
          <p:cNvPr id="27" name="">
            <a:extLst xmlns:a="http://schemas.openxmlformats.org/drawingml/2006/main">
              <a:ext uri="{FF2B5EF4-FFF2-40B4-BE49-F238E27FC236}">
                <a16:creationId xmlns:a16="http://schemas.microsoft.com/office/drawing/2014/main" id="{CA188F88-E4D5-4AE3-9C0F-C4545CFF201C}"/>
              </a:ext>
            </a:extLst>
          </p:cNvPr>
          <p:cNvSpPr>
            <a:spLocks xmlns:a="http://schemas.openxmlformats.org/drawingml/2006/main" noGrp="1"/>
          </p:cNvSpPr>
          <p:nvPr/>
        </p:nvSpPr>
        <p:spPr>
          <a:xfrm xmlns:a="http://schemas.openxmlformats.org/drawingml/2006/main">
            <a:off x="6667500" y="416242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возвраты и ручная проверка</a:t>
            </a:r>
          </a:p>
        </p:txBody>
      </p:sp>
      <p:sp>
        <p:nvSpPr>
          <p:cNvPr id="28" name="">
            <a:extLst xmlns:a="http://schemas.openxmlformats.org/drawingml/2006/main">
              <a:ext uri="{FF2B5EF4-FFF2-40B4-BE49-F238E27FC236}">
                <a16:creationId xmlns:a16="http://schemas.microsoft.com/office/drawing/2014/main" id="{FC353324-204D-477B-B661-7580762CDA30}"/>
              </a:ext>
            </a:extLst>
          </p:cNvPr>
          <p:cNvSpPr>
            <a:spLocks xmlns:a="http://schemas.openxmlformats.org/drawingml/2006/main" noGrp="1"/>
          </p:cNvSpPr>
          <p:nvPr/>
        </p:nvSpPr>
        <p:spPr>
          <a:xfrm xmlns:a="http://schemas.openxmlformats.org/drawingml/2006/main">
            <a:off x="6457950" y="4743450"/>
            <a:ext cx="104775" cy="104775"/>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9" name="">
            <a:extLst xmlns:a="http://schemas.openxmlformats.org/drawingml/2006/main">
              <a:ext uri="{FF2B5EF4-FFF2-40B4-BE49-F238E27FC236}">
                <a16:creationId xmlns:a16="http://schemas.microsoft.com/office/drawing/2014/main" id="{03E7FCC4-D3CE-468C-A2B1-738DF6EA66DC}"/>
              </a:ext>
            </a:extLst>
          </p:cNvPr>
          <p:cNvSpPr>
            <a:spLocks xmlns:a="http://schemas.openxmlformats.org/drawingml/2006/main" noGrp="1"/>
          </p:cNvSpPr>
          <p:nvPr/>
        </p:nvSpPr>
        <p:spPr>
          <a:xfrm xmlns:a="http://schemas.openxmlformats.org/drawingml/2006/main">
            <a:off x="6667500" y="46672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0263E"/>
                </a:solidFill>
              </a:defRPr>
            </a:pPr>
            <a:r>
              <a:rPr sz="1425" b="1" i="0">
                <a:solidFill>
                  <a:srgbClr val="10263E"/>
                </a:solidFill>
              </a:rPr>
              <a:t>Управляет магазином</a:t>
            </a:r>
          </a:p>
        </p:txBody>
      </p:sp>
      <p:sp>
        <p:nvSpPr>
          <p:cNvPr id="30" name="">
            <a:extLst xmlns:a="http://schemas.openxmlformats.org/drawingml/2006/main">
              <a:ext uri="{FF2B5EF4-FFF2-40B4-BE49-F238E27FC236}">
                <a16:creationId xmlns:a16="http://schemas.microsoft.com/office/drawing/2014/main" id="{D284DC70-7B4A-4F3E-8865-4E719B0D750F}"/>
              </a:ext>
            </a:extLst>
          </p:cNvPr>
          <p:cNvSpPr>
            <a:spLocks xmlns:a="http://schemas.openxmlformats.org/drawingml/2006/main" noGrp="1"/>
          </p:cNvSpPr>
          <p:nvPr/>
        </p:nvSpPr>
        <p:spPr>
          <a:xfrm xmlns:a="http://schemas.openxmlformats.org/drawingml/2006/main">
            <a:off x="6667500" y="496252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цены, лимиты и остановка</a:t>
            </a:r>
          </a:p>
        </p:txBody>
      </p:sp>
      <p:sp>
        <p:nvSpPr>
          <p:cNvPr id="31" name="">
            <a:extLst xmlns:a="http://schemas.openxmlformats.org/drawingml/2006/main">
              <a:ext uri="{FF2B5EF4-FFF2-40B4-BE49-F238E27FC236}">
                <a16:creationId xmlns:a16="http://schemas.microsoft.com/office/drawing/2014/main" id="{76F7F8D5-6DCC-4932-B162-3F45F69B4BC9}"/>
              </a:ext>
            </a:extLst>
          </p:cNvPr>
          <p:cNvSpPr>
            <a:spLocks xmlns:a="http://schemas.openxmlformats.org/drawingml/2006/main" noGrp="1"/>
          </p:cNvSpPr>
          <p:nvPr/>
        </p:nvSpPr>
        <p:spPr>
          <a:xfrm xmlns:a="http://schemas.openxmlformats.org/drawingml/2006/main">
            <a:off x="6438900" y="5581650"/>
            <a:ext cx="4762500" cy="514350"/>
          </a:xfrm>
          <a:prstGeom xmlns:a="http://schemas.openxmlformats.org/drawingml/2006/main" prst="roundRect">
            <a:avLst>
              <a:gd name="adj" fmla="val 14815"/>
            </a:avLst>
          </a:prstGeom>
          <a:solidFill xmlns:a="http://schemas.openxmlformats.org/drawingml/2006/main">
            <a:srgbClr val="FFF7E5"/>
          </a:solidFill>
          <a:ln xmlns:a="http://schemas.openxmlformats.org/drawingml/2006/main" w="9525">
            <a:solidFill>
              <a:srgbClr val="E8CF91"/>
            </a:solidFill>
            <a:prstDash val="solid"/>
          </a:ln>
        </p:spPr>
      </p:sp>
      <p:sp>
        <p:nvSpPr>
          <p:cNvPr id="32" name="">
            <a:extLst xmlns:a="http://schemas.openxmlformats.org/drawingml/2006/main">
              <a:ext uri="{FF2B5EF4-FFF2-40B4-BE49-F238E27FC236}">
                <a16:creationId xmlns:a16="http://schemas.microsoft.com/office/drawing/2014/main" id="{5F6762EB-E487-4D4A-A9D0-3F4550D62722}"/>
              </a:ext>
            </a:extLst>
          </p:cNvPr>
          <p:cNvSpPr>
            <a:spLocks xmlns:a="http://schemas.openxmlformats.org/drawingml/2006/main" noGrp="1"/>
          </p:cNvSpPr>
          <p:nvPr/>
        </p:nvSpPr>
        <p:spPr>
          <a:xfrm xmlns:a="http://schemas.openxmlformats.org/drawingml/2006/main">
            <a:off x="6591300" y="5724525"/>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74500D"/>
                </a:solidFill>
              </a:defRPr>
            </a:pPr>
            <a:r>
              <a:rPr sz="1200" b="1" i="0">
                <a:solidFill>
                  <a:srgbClr val="74500D"/>
                </a:solidFill>
              </a:rPr>
              <a:t>Обычный заказ проходит без участия администратора.</a:t>
            </a:r>
          </a:p>
        </p:txBody>
      </p:sp>
      <p:sp>
        <p:nvSpPr>
          <p:cNvPr id="33" name="">
            <a:extLst xmlns:a="http://schemas.openxmlformats.org/drawingml/2006/main">
              <a:ext uri="{FF2B5EF4-FFF2-40B4-BE49-F238E27FC236}">
                <a16:creationId xmlns:a16="http://schemas.microsoft.com/office/drawing/2014/main" id="{CBB395ED-1C6A-4EA6-9D41-00503FEA0301}"/>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08</a:t>
            </a:r>
          </a:p>
        </p:txBody>
      </p:sp>
    </p:spTree>
    <p:extLst>
      <p:ext uri="{BB962C8B-B14F-4D97-AF65-F5344CB8AC3E}">
        <p14:creationId xmlns:p14="http://schemas.microsoft.com/office/powerpoint/2010/main" val="471403177"/>
      </p:ext>
    </p:extLst>
  </p:cSld>
</p:sld>
</file>

<file path=ppt/slides/slide9.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1B677E5-B139-4911-9C30-DB7DC1B7D5EE}"/>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C7F3"/>
                </a:solidFill>
              </a:defRPr>
            </a:pPr>
            <a:r>
              <a:rPr sz="975" b="1" i="0">
                <a:solidFill>
                  <a:srgbClr val="55C7F3"/>
                </a:solidFill>
              </a:rPr>
              <a:t>МОДЕЛЬ ДОХОДА</a:t>
            </a:r>
          </a:p>
        </p:txBody>
      </p:sp>
      <p:sp>
        <p:nvSpPr>
          <p:cNvPr id="2" name="">
            <a:extLst xmlns:a="http://schemas.openxmlformats.org/drawingml/2006/main">
              <a:ext uri="{FF2B5EF4-FFF2-40B4-BE49-F238E27FC236}">
                <a16:creationId xmlns:a16="http://schemas.microsoft.com/office/drawing/2014/main" id="{9C3D5F2F-D79C-48FF-BD2A-24AF178CE2D2}"/>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FFFFFF"/>
                </a:solidFill>
              </a:defRPr>
            </a:pPr>
            <a:r>
              <a:rPr sz="2925" b="1" i="0">
                <a:solidFill>
                  <a:srgbClr val="FFFFFF"/>
                </a:solidFill>
              </a:rPr>
              <a:t>100 000 ₽ чистыми в месяц</a:t>
            </a:r>
          </a:p>
        </p:txBody>
      </p:sp>
      <p:sp>
        <p:nvSpPr>
          <p:cNvPr id="3" name="">
            <a:extLst xmlns:a="http://schemas.openxmlformats.org/drawingml/2006/main">
              <a:ext uri="{FF2B5EF4-FFF2-40B4-BE49-F238E27FC236}">
                <a16:creationId xmlns:a16="http://schemas.microsoft.com/office/drawing/2014/main" id="{E947A81F-01EE-4D36-9161-C2B16D59DD93}"/>
              </a:ext>
            </a:extLst>
          </p:cNvPr>
          <p:cNvSpPr>
            <a:spLocks xmlns:a="http://schemas.openxmlformats.org/drawingml/2006/main" noGrp="1"/>
          </p:cNvSpPr>
          <p:nvPr/>
        </p:nvSpPr>
        <p:spPr>
          <a:xfrm xmlns:a="http://schemas.openxmlformats.org/drawingml/2006/main">
            <a:off x="609600" y="1123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i="0">
                <a:solidFill>
                  <a:srgbClr val="B9D2E4"/>
                </a:solidFill>
              </a:defRPr>
            </a:pPr>
            <a:r>
              <a:rPr sz="1575" b="0" i="0">
                <a:solidFill>
                  <a:srgbClr val="B9D2E4"/>
                </a:solidFill>
              </a:rPr>
              <a:t>Чем выше средний чек — тем меньше заказов нужно</a:t>
            </a:r>
          </a:p>
        </p:txBody>
      </p:sp>
      <p:sp>
        <p:nvSpPr>
          <p:cNvPr id="4" name="">
            <a:extLst xmlns:a="http://schemas.openxmlformats.org/drawingml/2006/main">
              <a:ext uri="{FF2B5EF4-FFF2-40B4-BE49-F238E27FC236}">
                <a16:creationId xmlns:a16="http://schemas.microsoft.com/office/drawing/2014/main" id="{6E05917C-9546-43AD-B7C7-A7DBDC8E9DDA}"/>
              </a:ext>
            </a:extLst>
          </p:cNvPr>
          <p:cNvSpPr>
            <a:spLocks xmlns:a="http://schemas.openxmlformats.org/drawingml/2006/main" noGrp="1"/>
          </p:cNvSpPr>
          <p:nvPr/>
        </p:nvSpPr>
        <p:spPr>
          <a:xfrm xmlns:a="http://schemas.openxmlformats.org/drawingml/2006/main">
            <a:off x="609600" y="1714500"/>
            <a:ext cx="2247900" cy="3028950"/>
          </a:xfrm>
          <a:prstGeom xmlns:a="http://schemas.openxmlformats.org/drawingml/2006/main" prst="roundRect">
            <a:avLst>
              <a:gd name="adj" fmla="val 5085"/>
            </a:avLst>
          </a:prstGeom>
          <a:solidFill xmlns:a="http://schemas.openxmlformats.org/drawingml/2006/main">
            <a:srgbClr val="102F4A"/>
          </a:solidFill>
          <a:ln xmlns:a="http://schemas.openxmlformats.org/drawingml/2006/main" w="9525">
            <a:solidFill>
              <a:srgbClr val="2B58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3BB9DC7-9902-473E-9BA5-54ADD9FE5531}"/>
              </a:ext>
            </a:extLst>
          </p:cNvPr>
          <p:cNvSpPr>
            <a:spLocks xmlns:a="http://schemas.openxmlformats.org/drawingml/2006/main" noGrp="1"/>
          </p:cNvSpPr>
          <p:nvPr/>
        </p:nvSpPr>
        <p:spPr>
          <a:xfrm xmlns:a="http://schemas.openxmlformats.org/drawingml/2006/main">
            <a:off x="800100" y="1924050"/>
            <a:ext cx="1866900" cy="285750"/>
          </a:xfrm>
          <a:prstGeom xmlns:a="http://schemas.openxmlformats.org/drawingml/2006/main" prst="roundRect">
            <a:avLst>
              <a:gd name="adj" fmla="val 50000"/>
            </a:avLst>
          </a:prstGeom>
          <a:solidFill xmlns:a="http://schemas.openxmlformats.org/drawingml/2006/main">
            <a:srgbClr val="143B58"/>
          </a:solidFill>
          <a:ln xmlns:a="http://schemas.openxmlformats.org/drawingml/2006/main" w="0">
            <a:solidFill>
              <a:srgbClr val="143B58"/>
            </a:solidFill>
            <a:prstDash val="solid"/>
          </a:ln>
        </p:spPr>
      </p:sp>
      <p:sp>
        <p:nvSpPr>
          <p:cNvPr id="6" name="">
            <a:extLst xmlns:a="http://schemas.openxmlformats.org/drawingml/2006/main">
              <a:ext uri="{FF2B5EF4-FFF2-40B4-BE49-F238E27FC236}">
                <a16:creationId xmlns:a16="http://schemas.microsoft.com/office/drawing/2014/main" id="{3BDB9964-6C75-4332-BFA9-6E0E9F775B9B}"/>
              </a:ext>
            </a:extLst>
          </p:cNvPr>
          <p:cNvSpPr>
            <a:spLocks xmlns:a="http://schemas.openxmlformats.org/drawingml/2006/main" noGrp="1"/>
          </p:cNvSpPr>
          <p:nvPr/>
        </p:nvSpPr>
        <p:spPr>
          <a:xfrm xmlns:a="http://schemas.openxmlformats.org/drawingml/2006/main">
            <a:off x="838200" y="19812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250 Stars</a:t>
            </a:r>
          </a:p>
        </p:txBody>
      </p:sp>
      <p:sp>
        <p:nvSpPr>
          <p:cNvPr id="7" name="">
            <a:extLst xmlns:a="http://schemas.openxmlformats.org/drawingml/2006/main">
              <a:ext uri="{FF2B5EF4-FFF2-40B4-BE49-F238E27FC236}">
                <a16:creationId xmlns:a16="http://schemas.microsoft.com/office/drawing/2014/main" id="{D238CF2D-F044-4C91-824A-397E6463A4E4}"/>
              </a:ext>
            </a:extLst>
          </p:cNvPr>
          <p:cNvSpPr>
            <a:spLocks xmlns:a="http://schemas.openxmlformats.org/drawingml/2006/main" noGrp="1"/>
          </p:cNvSpPr>
          <p:nvPr/>
        </p:nvSpPr>
        <p:spPr>
          <a:xfrm xmlns:a="http://schemas.openxmlformats.org/drawingml/2006/main">
            <a:off x="781050" y="24574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FFFFFF"/>
                </a:solidFill>
              </a:defRPr>
            </a:pPr>
            <a:r>
              <a:rPr sz="1950" b="1" i="0">
                <a:solidFill>
                  <a:srgbClr val="FFFFFF"/>
                </a:solidFill>
              </a:rPr>
              <a:t>381 ₽</a:t>
            </a:r>
          </a:p>
        </p:txBody>
      </p:sp>
      <p:sp>
        <p:nvSpPr>
          <p:cNvPr id="8" name="">
            <a:extLst xmlns:a="http://schemas.openxmlformats.org/drawingml/2006/main">
              <a:ext uri="{FF2B5EF4-FFF2-40B4-BE49-F238E27FC236}">
                <a16:creationId xmlns:a16="http://schemas.microsoft.com/office/drawing/2014/main" id="{4D00C5DE-7CCC-472E-8E55-FBDFAFDC366E}"/>
              </a:ext>
            </a:extLst>
          </p:cNvPr>
          <p:cNvSpPr>
            <a:spLocks xmlns:a="http://schemas.openxmlformats.org/drawingml/2006/main" noGrp="1"/>
          </p:cNvSpPr>
          <p:nvPr/>
        </p:nvSpPr>
        <p:spPr>
          <a:xfrm xmlns:a="http://schemas.openxmlformats.org/drawingml/2006/main">
            <a:off x="781050" y="304800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i="0">
                <a:solidFill>
                  <a:srgbClr val="FFFFFF"/>
                </a:solidFill>
              </a:defRPr>
            </a:pPr>
            <a:r>
              <a:rPr sz="3600" b="1" i="0">
                <a:solidFill>
                  <a:srgbClr val="FFFFFF"/>
                </a:solidFill>
              </a:rPr>
              <a:t>227</a:t>
            </a:r>
          </a:p>
        </p:txBody>
      </p:sp>
      <p:sp>
        <p:nvSpPr>
          <p:cNvPr id="9" name="">
            <a:extLst xmlns:a="http://schemas.openxmlformats.org/drawingml/2006/main">
              <a:ext uri="{FF2B5EF4-FFF2-40B4-BE49-F238E27FC236}">
                <a16:creationId xmlns:a16="http://schemas.microsoft.com/office/drawing/2014/main" id="{4B081300-FD06-4D3E-A03A-55D5518964BC}"/>
              </a:ext>
            </a:extLst>
          </p:cNvPr>
          <p:cNvSpPr>
            <a:spLocks xmlns:a="http://schemas.openxmlformats.org/drawingml/2006/main" noGrp="1"/>
          </p:cNvSpPr>
          <p:nvPr/>
        </p:nvSpPr>
        <p:spPr>
          <a:xfrm xmlns:a="http://schemas.openxmlformats.org/drawingml/2006/main">
            <a:off x="781050" y="3733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B9D2E4"/>
                </a:solidFill>
              </a:defRPr>
            </a:pPr>
            <a:r>
              <a:rPr sz="1275" b="0" i="0">
                <a:solidFill>
                  <a:srgbClr val="B9D2E4"/>
                </a:solidFill>
              </a:rPr>
              <a:t>заказов в день</a:t>
            </a:r>
          </a:p>
        </p:txBody>
      </p:sp>
      <p:sp>
        <p:nvSpPr>
          <p:cNvPr id="10" name="">
            <a:extLst xmlns:a="http://schemas.openxmlformats.org/drawingml/2006/main">
              <a:ext uri="{FF2B5EF4-FFF2-40B4-BE49-F238E27FC236}">
                <a16:creationId xmlns:a16="http://schemas.microsoft.com/office/drawing/2014/main" id="{B584E44C-3E3A-4AE7-A909-E153D4D5D406}"/>
              </a:ext>
            </a:extLst>
          </p:cNvPr>
          <p:cNvSpPr>
            <a:spLocks xmlns:a="http://schemas.openxmlformats.org/drawingml/2006/main" noGrp="1"/>
          </p:cNvSpPr>
          <p:nvPr/>
        </p:nvSpPr>
        <p:spPr>
          <a:xfrm xmlns:a="http://schemas.openxmlformats.org/drawingml/2006/main">
            <a:off x="781050" y="42291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8FB5CC"/>
                </a:solidFill>
              </a:defRPr>
            </a:pPr>
            <a:r>
              <a:rPr sz="1050" b="0" i="0">
                <a:solidFill>
                  <a:srgbClr val="8FB5CC"/>
                </a:solidFill>
              </a:rPr>
              <a:t>≈ 15 ₽ чистыми с заказа</a:t>
            </a:r>
          </a:p>
        </p:txBody>
      </p:sp>
      <p:sp>
        <p:nvSpPr>
          <p:cNvPr id="11" name="">
            <a:extLst xmlns:a="http://schemas.openxmlformats.org/drawingml/2006/main">
              <a:ext uri="{FF2B5EF4-FFF2-40B4-BE49-F238E27FC236}">
                <a16:creationId xmlns:a16="http://schemas.microsoft.com/office/drawing/2014/main" id="{F1182DE6-1826-489D-8821-5F845DC28521}"/>
              </a:ext>
            </a:extLst>
          </p:cNvPr>
          <p:cNvSpPr>
            <a:spLocks xmlns:a="http://schemas.openxmlformats.org/drawingml/2006/main" noGrp="1"/>
          </p:cNvSpPr>
          <p:nvPr/>
        </p:nvSpPr>
        <p:spPr>
          <a:xfrm xmlns:a="http://schemas.openxmlformats.org/drawingml/2006/main">
            <a:off x="3371850" y="1714500"/>
            <a:ext cx="2247900" cy="3028950"/>
          </a:xfrm>
          <a:prstGeom xmlns:a="http://schemas.openxmlformats.org/drawingml/2006/main" prst="roundRect">
            <a:avLst>
              <a:gd name="adj" fmla="val 5085"/>
            </a:avLst>
          </a:prstGeom>
          <a:solidFill xmlns:a="http://schemas.openxmlformats.org/drawingml/2006/main">
            <a:srgbClr val="102F4A"/>
          </a:solidFill>
          <a:ln xmlns:a="http://schemas.openxmlformats.org/drawingml/2006/main" w="9525">
            <a:solidFill>
              <a:srgbClr val="2B58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543420AD-ECAA-4868-A8CF-B959781E151F}"/>
              </a:ext>
            </a:extLst>
          </p:cNvPr>
          <p:cNvSpPr>
            <a:spLocks xmlns:a="http://schemas.openxmlformats.org/drawingml/2006/main" noGrp="1"/>
          </p:cNvSpPr>
          <p:nvPr/>
        </p:nvSpPr>
        <p:spPr>
          <a:xfrm xmlns:a="http://schemas.openxmlformats.org/drawingml/2006/main">
            <a:off x="3562350" y="1924050"/>
            <a:ext cx="1866900" cy="285750"/>
          </a:xfrm>
          <a:prstGeom xmlns:a="http://schemas.openxmlformats.org/drawingml/2006/main" prst="roundRect">
            <a:avLst>
              <a:gd name="adj" fmla="val 50000"/>
            </a:avLst>
          </a:prstGeom>
          <a:solidFill xmlns:a="http://schemas.openxmlformats.org/drawingml/2006/main">
            <a:srgbClr val="143B58"/>
          </a:solidFill>
          <a:ln xmlns:a="http://schemas.openxmlformats.org/drawingml/2006/main" w="0">
            <a:solidFill>
              <a:srgbClr val="143B58"/>
            </a:solidFill>
            <a:prstDash val="solid"/>
          </a:ln>
        </p:spPr>
      </p:sp>
      <p:sp>
        <p:nvSpPr>
          <p:cNvPr id="13" name="">
            <a:extLst xmlns:a="http://schemas.openxmlformats.org/drawingml/2006/main">
              <a:ext uri="{FF2B5EF4-FFF2-40B4-BE49-F238E27FC236}">
                <a16:creationId xmlns:a16="http://schemas.microsoft.com/office/drawing/2014/main" id="{D313ECC1-0B5F-4B5E-83EE-A7A0E4D7862B}"/>
              </a:ext>
            </a:extLst>
          </p:cNvPr>
          <p:cNvSpPr>
            <a:spLocks xmlns:a="http://schemas.openxmlformats.org/drawingml/2006/main" noGrp="1"/>
          </p:cNvSpPr>
          <p:nvPr/>
        </p:nvSpPr>
        <p:spPr>
          <a:xfrm xmlns:a="http://schemas.openxmlformats.org/drawingml/2006/main">
            <a:off x="3600450" y="19812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1 000 Stars</a:t>
            </a:r>
          </a:p>
        </p:txBody>
      </p:sp>
      <p:sp>
        <p:nvSpPr>
          <p:cNvPr id="14" name="">
            <a:extLst xmlns:a="http://schemas.openxmlformats.org/drawingml/2006/main">
              <a:ext uri="{FF2B5EF4-FFF2-40B4-BE49-F238E27FC236}">
                <a16:creationId xmlns:a16="http://schemas.microsoft.com/office/drawing/2014/main" id="{8B15EE77-00CF-478C-9284-E03034D3B2E2}"/>
              </a:ext>
            </a:extLst>
          </p:cNvPr>
          <p:cNvSpPr>
            <a:spLocks xmlns:a="http://schemas.openxmlformats.org/drawingml/2006/main" noGrp="1"/>
          </p:cNvSpPr>
          <p:nvPr/>
        </p:nvSpPr>
        <p:spPr>
          <a:xfrm xmlns:a="http://schemas.openxmlformats.org/drawingml/2006/main">
            <a:off x="3543300" y="24574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FFFFFF"/>
                </a:solidFill>
              </a:defRPr>
            </a:pPr>
            <a:r>
              <a:rPr sz="1950" b="1" i="0">
                <a:solidFill>
                  <a:srgbClr val="FFFFFF"/>
                </a:solidFill>
              </a:rPr>
              <a:t>1 523 ₽</a:t>
            </a:r>
          </a:p>
        </p:txBody>
      </p:sp>
      <p:sp>
        <p:nvSpPr>
          <p:cNvPr id="15" name="">
            <a:extLst xmlns:a="http://schemas.openxmlformats.org/drawingml/2006/main">
              <a:ext uri="{FF2B5EF4-FFF2-40B4-BE49-F238E27FC236}">
                <a16:creationId xmlns:a16="http://schemas.microsoft.com/office/drawing/2014/main" id="{2C75AFA2-41AC-4363-9339-4EDE45A167BC}"/>
              </a:ext>
            </a:extLst>
          </p:cNvPr>
          <p:cNvSpPr>
            <a:spLocks xmlns:a="http://schemas.openxmlformats.org/drawingml/2006/main" noGrp="1"/>
          </p:cNvSpPr>
          <p:nvPr/>
        </p:nvSpPr>
        <p:spPr>
          <a:xfrm xmlns:a="http://schemas.openxmlformats.org/drawingml/2006/main">
            <a:off x="3543300" y="304800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i="0">
                <a:solidFill>
                  <a:srgbClr val="FFFFFF"/>
                </a:solidFill>
              </a:defRPr>
            </a:pPr>
            <a:r>
              <a:rPr sz="3600" b="1" i="0">
                <a:solidFill>
                  <a:srgbClr val="FFFFFF"/>
                </a:solidFill>
              </a:rPr>
              <a:t>58</a:t>
            </a:r>
          </a:p>
        </p:txBody>
      </p:sp>
      <p:sp>
        <p:nvSpPr>
          <p:cNvPr id="16" name="">
            <a:extLst xmlns:a="http://schemas.openxmlformats.org/drawingml/2006/main">
              <a:ext uri="{FF2B5EF4-FFF2-40B4-BE49-F238E27FC236}">
                <a16:creationId xmlns:a16="http://schemas.microsoft.com/office/drawing/2014/main" id="{6BEDD59A-67E1-47B8-836D-DC479265220B}"/>
              </a:ext>
            </a:extLst>
          </p:cNvPr>
          <p:cNvSpPr>
            <a:spLocks xmlns:a="http://schemas.openxmlformats.org/drawingml/2006/main" noGrp="1"/>
          </p:cNvSpPr>
          <p:nvPr/>
        </p:nvSpPr>
        <p:spPr>
          <a:xfrm xmlns:a="http://schemas.openxmlformats.org/drawingml/2006/main">
            <a:off x="3543300" y="3733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B9D2E4"/>
                </a:solidFill>
              </a:defRPr>
            </a:pPr>
            <a:r>
              <a:rPr sz="1275" b="0" i="0">
                <a:solidFill>
                  <a:srgbClr val="B9D2E4"/>
                </a:solidFill>
              </a:rPr>
              <a:t>заказов в день</a:t>
            </a:r>
          </a:p>
        </p:txBody>
      </p:sp>
      <p:sp>
        <p:nvSpPr>
          <p:cNvPr id="17" name="">
            <a:extLst xmlns:a="http://schemas.openxmlformats.org/drawingml/2006/main">
              <a:ext uri="{FF2B5EF4-FFF2-40B4-BE49-F238E27FC236}">
                <a16:creationId xmlns:a16="http://schemas.microsoft.com/office/drawing/2014/main" id="{4EC3142E-8DE1-4519-B739-A18E02849612}"/>
              </a:ext>
            </a:extLst>
          </p:cNvPr>
          <p:cNvSpPr>
            <a:spLocks xmlns:a="http://schemas.openxmlformats.org/drawingml/2006/main" noGrp="1"/>
          </p:cNvSpPr>
          <p:nvPr/>
        </p:nvSpPr>
        <p:spPr>
          <a:xfrm xmlns:a="http://schemas.openxmlformats.org/drawingml/2006/main">
            <a:off x="3543300" y="42291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8FB5CC"/>
                </a:solidFill>
              </a:defRPr>
            </a:pPr>
            <a:r>
              <a:rPr sz="1050" b="0" i="0">
                <a:solidFill>
                  <a:srgbClr val="8FB5CC"/>
                </a:solidFill>
              </a:rPr>
              <a:t>≈ 58 ₽ чистыми с заказа</a:t>
            </a:r>
          </a:p>
        </p:txBody>
      </p:sp>
      <p:sp>
        <p:nvSpPr>
          <p:cNvPr id="18" name="">
            <a:extLst xmlns:a="http://schemas.openxmlformats.org/drawingml/2006/main">
              <a:ext uri="{FF2B5EF4-FFF2-40B4-BE49-F238E27FC236}">
                <a16:creationId xmlns:a16="http://schemas.microsoft.com/office/drawing/2014/main" id="{AA63424B-AB68-443D-8598-FC367A22C4B2}"/>
              </a:ext>
            </a:extLst>
          </p:cNvPr>
          <p:cNvSpPr>
            <a:spLocks xmlns:a="http://schemas.openxmlformats.org/drawingml/2006/main" noGrp="1"/>
          </p:cNvSpPr>
          <p:nvPr/>
        </p:nvSpPr>
        <p:spPr>
          <a:xfrm xmlns:a="http://schemas.openxmlformats.org/drawingml/2006/main">
            <a:off x="6134100" y="1714500"/>
            <a:ext cx="2247900" cy="3028950"/>
          </a:xfrm>
          <a:prstGeom xmlns:a="http://schemas.openxmlformats.org/drawingml/2006/main" prst="roundRect">
            <a:avLst>
              <a:gd name="adj" fmla="val 5085"/>
            </a:avLst>
          </a:prstGeom>
          <a:solidFill xmlns:a="http://schemas.openxmlformats.org/drawingml/2006/main">
            <a:srgbClr val="102F4A"/>
          </a:solidFill>
          <a:ln xmlns:a="http://schemas.openxmlformats.org/drawingml/2006/main" w="9525">
            <a:solidFill>
              <a:srgbClr val="2B587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5B21C27E-2B7B-44F3-9DC7-5B6E7CFA7FD4}"/>
              </a:ext>
            </a:extLst>
          </p:cNvPr>
          <p:cNvSpPr>
            <a:spLocks xmlns:a="http://schemas.openxmlformats.org/drawingml/2006/main" noGrp="1"/>
          </p:cNvSpPr>
          <p:nvPr/>
        </p:nvSpPr>
        <p:spPr>
          <a:xfrm xmlns:a="http://schemas.openxmlformats.org/drawingml/2006/main">
            <a:off x="6324600" y="1924050"/>
            <a:ext cx="1866900" cy="285750"/>
          </a:xfrm>
          <a:prstGeom xmlns:a="http://schemas.openxmlformats.org/drawingml/2006/main" prst="roundRect">
            <a:avLst>
              <a:gd name="adj" fmla="val 50000"/>
            </a:avLst>
          </a:prstGeom>
          <a:solidFill xmlns:a="http://schemas.openxmlformats.org/drawingml/2006/main">
            <a:srgbClr val="143B58"/>
          </a:solidFill>
          <a:ln xmlns:a="http://schemas.openxmlformats.org/drawingml/2006/main" w="0">
            <a:solidFill>
              <a:srgbClr val="143B58"/>
            </a:solidFill>
            <a:prstDash val="solid"/>
          </a:ln>
        </p:spPr>
      </p:sp>
      <p:sp>
        <p:nvSpPr>
          <p:cNvPr id="20" name="">
            <a:extLst xmlns:a="http://schemas.openxmlformats.org/drawingml/2006/main">
              <a:ext uri="{FF2B5EF4-FFF2-40B4-BE49-F238E27FC236}">
                <a16:creationId xmlns:a16="http://schemas.microsoft.com/office/drawing/2014/main" id="{D173071D-D71C-4AF1-AD75-C8E9DA09AA0E}"/>
              </a:ext>
            </a:extLst>
          </p:cNvPr>
          <p:cNvSpPr>
            <a:spLocks xmlns:a="http://schemas.openxmlformats.org/drawingml/2006/main" noGrp="1"/>
          </p:cNvSpPr>
          <p:nvPr/>
        </p:nvSpPr>
        <p:spPr>
          <a:xfrm xmlns:a="http://schemas.openxmlformats.org/drawingml/2006/main">
            <a:off x="6362700" y="19812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55C7F3"/>
                </a:solidFill>
              </a:defRPr>
            </a:pPr>
            <a:r>
              <a:rPr sz="975" b="1" i="0">
                <a:solidFill>
                  <a:srgbClr val="55C7F3"/>
                </a:solidFill>
              </a:rPr>
              <a:t>2 500 Stars</a:t>
            </a:r>
          </a:p>
        </p:txBody>
      </p:sp>
      <p:sp>
        <p:nvSpPr>
          <p:cNvPr id="21" name="">
            <a:extLst xmlns:a="http://schemas.openxmlformats.org/drawingml/2006/main">
              <a:ext uri="{FF2B5EF4-FFF2-40B4-BE49-F238E27FC236}">
                <a16:creationId xmlns:a16="http://schemas.microsoft.com/office/drawing/2014/main" id="{A275FF17-25DF-48F8-9FEE-8D8936DE910D}"/>
              </a:ext>
            </a:extLst>
          </p:cNvPr>
          <p:cNvSpPr>
            <a:spLocks xmlns:a="http://schemas.openxmlformats.org/drawingml/2006/main" noGrp="1"/>
          </p:cNvSpPr>
          <p:nvPr/>
        </p:nvSpPr>
        <p:spPr>
          <a:xfrm xmlns:a="http://schemas.openxmlformats.org/drawingml/2006/main">
            <a:off x="6305550" y="24574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FFFFFF"/>
                </a:solidFill>
              </a:defRPr>
            </a:pPr>
            <a:r>
              <a:rPr sz="1950" b="1" i="0">
                <a:solidFill>
                  <a:srgbClr val="FFFFFF"/>
                </a:solidFill>
              </a:rPr>
              <a:t>3 805 ₽</a:t>
            </a:r>
          </a:p>
        </p:txBody>
      </p:sp>
      <p:sp>
        <p:nvSpPr>
          <p:cNvPr id="22" name="">
            <a:extLst xmlns:a="http://schemas.openxmlformats.org/drawingml/2006/main">
              <a:ext uri="{FF2B5EF4-FFF2-40B4-BE49-F238E27FC236}">
                <a16:creationId xmlns:a16="http://schemas.microsoft.com/office/drawing/2014/main" id="{F61923D2-98B8-4C36-8B5B-1B394358FC07}"/>
              </a:ext>
            </a:extLst>
          </p:cNvPr>
          <p:cNvSpPr>
            <a:spLocks xmlns:a="http://schemas.openxmlformats.org/drawingml/2006/main" noGrp="1"/>
          </p:cNvSpPr>
          <p:nvPr/>
        </p:nvSpPr>
        <p:spPr>
          <a:xfrm xmlns:a="http://schemas.openxmlformats.org/drawingml/2006/main">
            <a:off x="6305550" y="304800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i="0">
                <a:solidFill>
                  <a:srgbClr val="FFFFFF"/>
                </a:solidFill>
              </a:defRPr>
            </a:pPr>
            <a:r>
              <a:rPr sz="3600" b="1" i="0">
                <a:solidFill>
                  <a:srgbClr val="FFFFFF"/>
                </a:solidFill>
              </a:rPr>
              <a:t>24</a:t>
            </a:r>
          </a:p>
        </p:txBody>
      </p:sp>
      <p:sp>
        <p:nvSpPr>
          <p:cNvPr id="23" name="">
            <a:extLst xmlns:a="http://schemas.openxmlformats.org/drawingml/2006/main">
              <a:ext uri="{FF2B5EF4-FFF2-40B4-BE49-F238E27FC236}">
                <a16:creationId xmlns:a16="http://schemas.microsoft.com/office/drawing/2014/main" id="{A171A3F9-D3C6-4933-AE01-88FEF62F5F56}"/>
              </a:ext>
            </a:extLst>
          </p:cNvPr>
          <p:cNvSpPr>
            <a:spLocks xmlns:a="http://schemas.openxmlformats.org/drawingml/2006/main" noGrp="1"/>
          </p:cNvSpPr>
          <p:nvPr/>
        </p:nvSpPr>
        <p:spPr>
          <a:xfrm xmlns:a="http://schemas.openxmlformats.org/drawingml/2006/main">
            <a:off x="6305550" y="3733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B9D2E4"/>
                </a:solidFill>
              </a:defRPr>
            </a:pPr>
            <a:r>
              <a:rPr sz="1275" b="0" i="0">
                <a:solidFill>
                  <a:srgbClr val="B9D2E4"/>
                </a:solidFill>
              </a:rPr>
              <a:t>заказа в день</a:t>
            </a:r>
          </a:p>
        </p:txBody>
      </p:sp>
      <p:sp>
        <p:nvSpPr>
          <p:cNvPr id="24" name="">
            <a:extLst xmlns:a="http://schemas.openxmlformats.org/drawingml/2006/main">
              <a:ext uri="{FF2B5EF4-FFF2-40B4-BE49-F238E27FC236}">
                <a16:creationId xmlns:a16="http://schemas.microsoft.com/office/drawing/2014/main" id="{C68F8D83-6308-4682-9A27-4549C7EE1117}"/>
              </a:ext>
            </a:extLst>
          </p:cNvPr>
          <p:cNvSpPr>
            <a:spLocks xmlns:a="http://schemas.openxmlformats.org/drawingml/2006/main" noGrp="1"/>
          </p:cNvSpPr>
          <p:nvPr/>
        </p:nvSpPr>
        <p:spPr>
          <a:xfrm xmlns:a="http://schemas.openxmlformats.org/drawingml/2006/main">
            <a:off x="6305550" y="42291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8FB5CC"/>
                </a:solidFill>
              </a:defRPr>
            </a:pPr>
            <a:r>
              <a:rPr sz="1050" b="0" i="0">
                <a:solidFill>
                  <a:srgbClr val="8FB5CC"/>
                </a:solidFill>
              </a:rPr>
              <a:t>≈ 143 ₽ чистыми с заказа</a:t>
            </a:r>
          </a:p>
        </p:txBody>
      </p:sp>
      <p:sp>
        <p:nvSpPr>
          <p:cNvPr id="25" name="">
            <a:extLst xmlns:a="http://schemas.openxmlformats.org/drawingml/2006/main">
              <a:ext uri="{FF2B5EF4-FFF2-40B4-BE49-F238E27FC236}">
                <a16:creationId xmlns:a16="http://schemas.microsoft.com/office/drawing/2014/main" id="{4E16CD89-383C-4BDB-A876-5B101434377F}"/>
              </a:ext>
            </a:extLst>
          </p:cNvPr>
          <p:cNvSpPr>
            <a:spLocks xmlns:a="http://schemas.openxmlformats.org/drawingml/2006/main" noGrp="1"/>
          </p:cNvSpPr>
          <p:nvPr/>
        </p:nvSpPr>
        <p:spPr>
          <a:xfrm xmlns:a="http://schemas.openxmlformats.org/drawingml/2006/main">
            <a:off x="8896350" y="1714500"/>
            <a:ext cx="2247900" cy="3028950"/>
          </a:xfrm>
          <a:prstGeom xmlns:a="http://schemas.openxmlformats.org/drawingml/2006/main" prst="roundRect">
            <a:avLst>
              <a:gd name="adj" fmla="val 5085"/>
            </a:avLst>
          </a:prstGeom>
          <a:solidFill xmlns:a="http://schemas.openxmlformats.org/drawingml/2006/main">
            <a:srgbClr val="3B2E16"/>
          </a:solidFill>
          <a:ln xmlns:a="http://schemas.openxmlformats.org/drawingml/2006/main" w="19050">
            <a:solidFill>
              <a:srgbClr val="C9982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9499180E-42D8-47C0-8F87-20CE0203DC30}"/>
              </a:ext>
            </a:extLst>
          </p:cNvPr>
          <p:cNvSpPr>
            <a:spLocks xmlns:a="http://schemas.openxmlformats.org/drawingml/2006/main" noGrp="1"/>
          </p:cNvSpPr>
          <p:nvPr/>
        </p:nvSpPr>
        <p:spPr>
          <a:xfrm xmlns:a="http://schemas.openxmlformats.org/drawingml/2006/main">
            <a:off x="9086850" y="1924050"/>
            <a:ext cx="1866900" cy="285750"/>
          </a:xfrm>
          <a:prstGeom xmlns:a="http://schemas.openxmlformats.org/drawingml/2006/main" prst="roundRect">
            <a:avLst>
              <a:gd name="adj" fmla="val 50000"/>
            </a:avLst>
          </a:prstGeom>
          <a:solidFill xmlns:a="http://schemas.openxmlformats.org/drawingml/2006/main">
            <a:srgbClr val="5A4317"/>
          </a:solidFill>
          <a:ln xmlns:a="http://schemas.openxmlformats.org/drawingml/2006/main" w="0">
            <a:solidFill>
              <a:srgbClr val="5A4317"/>
            </a:solidFill>
            <a:prstDash val="solid"/>
          </a:ln>
        </p:spPr>
      </p:sp>
      <p:sp>
        <p:nvSpPr>
          <p:cNvPr id="27" name="">
            <a:extLst xmlns:a="http://schemas.openxmlformats.org/drawingml/2006/main">
              <a:ext uri="{FF2B5EF4-FFF2-40B4-BE49-F238E27FC236}">
                <a16:creationId xmlns:a16="http://schemas.microsoft.com/office/drawing/2014/main" id="{9D6B2AE6-F863-4A79-8A68-890793FE31BA}"/>
              </a:ext>
            </a:extLst>
          </p:cNvPr>
          <p:cNvSpPr>
            <a:spLocks xmlns:a="http://schemas.openxmlformats.org/drawingml/2006/main" noGrp="1"/>
          </p:cNvSpPr>
          <p:nvPr/>
        </p:nvSpPr>
        <p:spPr>
          <a:xfrm xmlns:a="http://schemas.openxmlformats.org/drawingml/2006/main">
            <a:off x="9124950" y="19812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E29A"/>
                </a:solidFill>
              </a:defRPr>
            </a:pPr>
            <a:r>
              <a:rPr sz="975" b="1" i="0">
                <a:solidFill>
                  <a:srgbClr val="FFE29A"/>
                </a:solidFill>
              </a:rPr>
              <a:t>5 000 Stars</a:t>
            </a:r>
          </a:p>
        </p:txBody>
      </p:sp>
      <p:sp>
        <p:nvSpPr>
          <p:cNvPr id="28" name="">
            <a:extLst xmlns:a="http://schemas.openxmlformats.org/drawingml/2006/main">
              <a:ext uri="{FF2B5EF4-FFF2-40B4-BE49-F238E27FC236}">
                <a16:creationId xmlns:a16="http://schemas.microsoft.com/office/drawing/2014/main" id="{813B971D-575F-461D-B9DD-6145D72B9ADE}"/>
              </a:ext>
            </a:extLst>
          </p:cNvPr>
          <p:cNvSpPr>
            <a:spLocks xmlns:a="http://schemas.openxmlformats.org/drawingml/2006/main" noGrp="1"/>
          </p:cNvSpPr>
          <p:nvPr/>
        </p:nvSpPr>
        <p:spPr>
          <a:xfrm xmlns:a="http://schemas.openxmlformats.org/drawingml/2006/main">
            <a:off x="9067800" y="24574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FFFFFF"/>
                </a:solidFill>
              </a:defRPr>
            </a:pPr>
            <a:r>
              <a:rPr sz="1950" b="1" i="0">
                <a:solidFill>
                  <a:srgbClr val="FFFFFF"/>
                </a:solidFill>
              </a:rPr>
              <a:t>7 609 ₽</a:t>
            </a:r>
          </a:p>
        </p:txBody>
      </p:sp>
      <p:sp>
        <p:nvSpPr>
          <p:cNvPr id="29" name="">
            <a:extLst xmlns:a="http://schemas.openxmlformats.org/drawingml/2006/main">
              <a:ext uri="{FF2B5EF4-FFF2-40B4-BE49-F238E27FC236}">
                <a16:creationId xmlns:a16="http://schemas.microsoft.com/office/drawing/2014/main" id="{33FF4156-52F8-499D-8F2E-B27C25C2AAD8}"/>
              </a:ext>
            </a:extLst>
          </p:cNvPr>
          <p:cNvSpPr>
            <a:spLocks xmlns:a="http://schemas.openxmlformats.org/drawingml/2006/main" noGrp="1"/>
          </p:cNvSpPr>
          <p:nvPr/>
        </p:nvSpPr>
        <p:spPr>
          <a:xfrm xmlns:a="http://schemas.openxmlformats.org/drawingml/2006/main">
            <a:off x="9067800" y="304800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i="0">
                <a:solidFill>
                  <a:srgbClr val="FFE29A"/>
                </a:solidFill>
              </a:defRPr>
            </a:pPr>
            <a:r>
              <a:rPr sz="3600" b="1" i="0">
                <a:solidFill>
                  <a:srgbClr val="FFE29A"/>
                </a:solidFill>
              </a:rPr>
              <a:t>12</a:t>
            </a:r>
          </a:p>
        </p:txBody>
      </p:sp>
      <p:sp>
        <p:nvSpPr>
          <p:cNvPr id="30" name="">
            <a:extLst xmlns:a="http://schemas.openxmlformats.org/drawingml/2006/main">
              <a:ext uri="{FF2B5EF4-FFF2-40B4-BE49-F238E27FC236}">
                <a16:creationId xmlns:a16="http://schemas.microsoft.com/office/drawing/2014/main" id="{9D4D19A1-2611-4E92-8277-4A2EB0C65259}"/>
              </a:ext>
            </a:extLst>
          </p:cNvPr>
          <p:cNvSpPr>
            <a:spLocks xmlns:a="http://schemas.openxmlformats.org/drawingml/2006/main" noGrp="1"/>
          </p:cNvSpPr>
          <p:nvPr/>
        </p:nvSpPr>
        <p:spPr>
          <a:xfrm xmlns:a="http://schemas.openxmlformats.org/drawingml/2006/main">
            <a:off x="9067800" y="3733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B9D2E4"/>
                </a:solidFill>
              </a:defRPr>
            </a:pPr>
            <a:r>
              <a:rPr sz="1275" b="0" i="0">
                <a:solidFill>
                  <a:srgbClr val="B9D2E4"/>
                </a:solidFill>
              </a:rPr>
              <a:t>заказов в день</a:t>
            </a:r>
          </a:p>
        </p:txBody>
      </p:sp>
      <p:sp>
        <p:nvSpPr>
          <p:cNvPr id="31" name="">
            <a:extLst xmlns:a="http://schemas.openxmlformats.org/drawingml/2006/main">
              <a:ext uri="{FF2B5EF4-FFF2-40B4-BE49-F238E27FC236}">
                <a16:creationId xmlns:a16="http://schemas.microsoft.com/office/drawing/2014/main" id="{246F47DB-538C-431F-8957-14D964B35C9E}"/>
              </a:ext>
            </a:extLst>
          </p:cNvPr>
          <p:cNvSpPr>
            <a:spLocks xmlns:a="http://schemas.openxmlformats.org/drawingml/2006/main" noGrp="1"/>
          </p:cNvSpPr>
          <p:nvPr/>
        </p:nvSpPr>
        <p:spPr>
          <a:xfrm xmlns:a="http://schemas.openxmlformats.org/drawingml/2006/main">
            <a:off x="9067800" y="42291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FFE29A"/>
                </a:solidFill>
              </a:defRPr>
            </a:pPr>
            <a:r>
              <a:rPr sz="1050" b="0" i="0">
                <a:solidFill>
                  <a:srgbClr val="FFE29A"/>
                </a:solidFill>
              </a:rPr>
              <a:t>≈ 285 ₽ чистыми с заказа</a:t>
            </a:r>
          </a:p>
        </p:txBody>
      </p:sp>
      <p:sp>
        <p:nvSpPr>
          <p:cNvPr id="32" name="">
            <a:extLst xmlns:a="http://schemas.openxmlformats.org/drawingml/2006/main">
              <a:ext uri="{FF2B5EF4-FFF2-40B4-BE49-F238E27FC236}">
                <a16:creationId xmlns:a16="http://schemas.microsoft.com/office/drawing/2014/main" id="{C3DA4C3A-06C8-4D0A-83CB-20C69BC65000}"/>
              </a:ext>
            </a:extLst>
          </p:cNvPr>
          <p:cNvSpPr>
            <a:spLocks xmlns:a="http://schemas.openxmlformats.org/drawingml/2006/main" noGrp="1"/>
          </p:cNvSpPr>
          <p:nvPr/>
        </p:nvSpPr>
        <p:spPr>
          <a:xfrm xmlns:a="http://schemas.openxmlformats.org/drawingml/2006/main">
            <a:off x="609600" y="5010150"/>
            <a:ext cx="10534650" cy="876300"/>
          </a:xfrm>
          <a:prstGeom xmlns:a="http://schemas.openxmlformats.org/drawingml/2006/main" prst="roundRect">
            <a:avLst>
              <a:gd name="adj" fmla="val 13043"/>
            </a:avLst>
          </a:prstGeom>
          <a:solidFill xmlns:a="http://schemas.openxmlformats.org/drawingml/2006/main">
            <a:srgbClr val="0F2941"/>
          </a:solidFill>
          <a:ln xmlns:a="http://schemas.openxmlformats.org/drawingml/2006/main" w="9525">
            <a:solidFill>
              <a:srgbClr val="2B5878"/>
            </a:solidFill>
            <a:prstDash val="solid"/>
          </a:ln>
        </p:spPr>
      </p:sp>
      <p:sp>
        <p:nvSpPr>
          <p:cNvPr id="33" name="">
            <a:extLst xmlns:a="http://schemas.openxmlformats.org/drawingml/2006/main">
              <a:ext uri="{FF2B5EF4-FFF2-40B4-BE49-F238E27FC236}">
                <a16:creationId xmlns:a16="http://schemas.microsoft.com/office/drawing/2014/main" id="{84FE0E47-FE49-4FB2-BEED-57BA20C3F0C4}"/>
              </a:ext>
            </a:extLst>
          </p:cNvPr>
          <p:cNvSpPr>
            <a:spLocks xmlns:a="http://schemas.openxmlformats.org/drawingml/2006/main" noGrp="1"/>
          </p:cNvSpPr>
          <p:nvPr/>
        </p:nvSpPr>
        <p:spPr>
          <a:xfrm xmlns:a="http://schemas.openxmlformats.org/drawingml/2006/main">
            <a:off x="838200" y="5219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В расчёте</a:t>
            </a:r>
          </a:p>
        </p:txBody>
      </p:sp>
      <p:sp>
        <p:nvSpPr>
          <p:cNvPr id="34" name="">
            <a:extLst xmlns:a="http://schemas.openxmlformats.org/drawingml/2006/main">
              <a:ext uri="{FF2B5EF4-FFF2-40B4-BE49-F238E27FC236}">
                <a16:creationId xmlns:a16="http://schemas.microsoft.com/office/drawing/2014/main" id="{97C7CA56-E48B-45F8-AB06-6D720A82AD8F}"/>
              </a:ext>
            </a:extLst>
          </p:cNvPr>
          <p:cNvSpPr>
            <a:spLocks xmlns:a="http://schemas.openxmlformats.org/drawingml/2006/main" noGrp="1"/>
          </p:cNvSpPr>
          <p:nvPr/>
        </p:nvSpPr>
        <p:spPr>
          <a:xfrm xmlns:a="http://schemas.openxmlformats.org/drawingml/2006/main">
            <a:off x="2114550" y="521970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B9D2E4"/>
                </a:solidFill>
              </a:defRPr>
            </a:pPr>
            <a:r>
              <a:rPr sz="1200" b="0" i="0">
                <a:solidFill>
                  <a:srgbClr val="B9D2E4"/>
                </a:solidFill>
              </a:rPr>
              <a:t>KYC 0%  ·  налог 4%  ·  платёжная система 3,5%  ·  покупка USDT +5,5 ₽  ·  VPS 500 ₽</a:t>
            </a:r>
          </a:p>
        </p:txBody>
      </p:sp>
      <p:sp>
        <p:nvSpPr>
          <p:cNvPr id="35" name="">
            <a:extLst xmlns:a="http://schemas.openxmlformats.org/drawingml/2006/main">
              <a:ext uri="{FF2B5EF4-FFF2-40B4-BE49-F238E27FC236}">
                <a16:creationId xmlns:a16="http://schemas.microsoft.com/office/drawing/2014/main" id="{EEA5185F-A620-4F25-B599-C7EFD43AB0A4}"/>
              </a:ext>
            </a:extLst>
          </p:cNvPr>
          <p:cNvSpPr>
            <a:spLocks xmlns:a="http://schemas.openxmlformats.org/drawingml/2006/main" noGrp="1"/>
          </p:cNvSpPr>
          <p:nvPr/>
        </p:nvSpPr>
        <p:spPr>
          <a:xfrm xmlns:a="http://schemas.openxmlformats.org/drawingml/2006/main">
            <a:off x="838200" y="5543550"/>
            <a:ext cx="1003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1">
                <a:solidFill>
                  <a:srgbClr val="789DB5"/>
                </a:solidFill>
              </a:defRPr>
            </a:pPr>
            <a:r>
              <a:rPr sz="975" b="0" i="1">
                <a:solidFill>
                  <a:srgbClr val="789DB5"/>
                </a:solidFill>
              </a:rPr>
              <a:t>Расчётная модель на текущей цене Fragment и курсе валют. Доход не гарантирован и зависит от спроса.</a:t>
            </a:r>
          </a:p>
        </p:txBody>
      </p:sp>
      <p:sp>
        <p:nvSpPr>
          <p:cNvPr id="36" name="">
            <a:extLst xmlns:a="http://schemas.openxmlformats.org/drawingml/2006/main">
              <a:ext uri="{FF2B5EF4-FFF2-40B4-BE49-F238E27FC236}">
                <a16:creationId xmlns:a16="http://schemas.microsoft.com/office/drawing/2014/main" id="{853163D8-05CD-4474-9A1B-F6EBAB628E4F}"/>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29425D"/>
          </a:solidFill>
          <a:ln xmlns:a="http://schemas.openxmlformats.org/drawingml/2006/main" w="0">
            <a:solidFill>
              <a:srgbClr val="29425D"/>
            </a:solidFill>
            <a:prstDash val="solid"/>
          </a:ln>
        </p:spPr>
      </p:sp>
      <p:sp>
        <p:nvSpPr>
          <p:cNvPr id="37" name="">
            <a:extLst xmlns:a="http://schemas.openxmlformats.org/drawingml/2006/main">
              <a:ext uri="{FF2B5EF4-FFF2-40B4-BE49-F238E27FC236}">
                <a16:creationId xmlns:a16="http://schemas.microsoft.com/office/drawing/2014/main" id="{FA433B4F-E19A-42E3-B7C6-78B7B0DED89C}"/>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8FA7BE"/>
                </a:solidFill>
              </a:defRPr>
            </a:pPr>
            <a:r>
              <a:rPr sz="900" b="1" i="0">
                <a:solidFill>
                  <a:srgbClr val="8FA7BE"/>
                </a:solidFill>
              </a:rPr>
              <a:t>TerStars</a:t>
            </a:r>
          </a:p>
        </p:txBody>
      </p:sp>
      <p:sp>
        <p:nvSpPr>
          <p:cNvPr id="38" name="">
            <a:extLst xmlns:a="http://schemas.openxmlformats.org/drawingml/2006/main">
              <a:ext uri="{FF2B5EF4-FFF2-40B4-BE49-F238E27FC236}">
                <a16:creationId xmlns:a16="http://schemas.microsoft.com/office/drawing/2014/main" id="{413EFEAE-ECCD-41AB-A906-BB5EF5A9DB24}"/>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8FA7BE"/>
                </a:solidFill>
              </a:defRPr>
            </a:pPr>
            <a:r>
              <a:rPr sz="900" b="0" i="0">
                <a:solidFill>
                  <a:srgbClr val="8FA7BE"/>
                </a:solidFill>
              </a:rPr>
              <a:t>09</a:t>
            </a:r>
          </a:p>
        </p:txBody>
      </p:sp>
    </p:spTree>
    <p:extLst>
      <p:ext uri="{BB962C8B-B14F-4D97-AF65-F5344CB8AC3E}">
        <p14:creationId xmlns:p14="http://schemas.microsoft.com/office/powerpoint/2010/main" val="135449580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B94E4349-8115-4BFD-99CC-2C1EEC8B76D0}"/>
              </a:ext>
            </a:extLst>
          </p:cNvPr>
          <p:cNvSpPr>
            <a:spLocks xmlns:a="http://schemas.openxmlformats.org/drawingml/2006/main" noGrp="1"/>
          </p:cNvSpPr>
          <p:nvPr/>
        </p:nvSpPr>
        <p:spPr>
          <a:xfrm xmlns:a="http://schemas.openxmlformats.org/drawingml/2006/main">
            <a:off x="609600" y="361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29ED9"/>
                </a:solidFill>
              </a:defRPr>
            </a:pPr>
            <a:r>
              <a:rPr sz="975" b="1" i="0">
                <a:solidFill>
                  <a:srgbClr val="229ED9"/>
                </a:solidFill>
              </a:rPr>
              <a:t>ДНЕВНОЙ ДОХОД</a:t>
            </a:r>
          </a:p>
        </p:txBody>
      </p:sp>
      <p:sp>
        <p:nvSpPr>
          <p:cNvPr id="2" name="">
            <a:extLst xmlns:a="http://schemas.openxmlformats.org/drawingml/2006/main">
              <a:ext uri="{FF2B5EF4-FFF2-40B4-BE49-F238E27FC236}">
                <a16:creationId xmlns:a16="http://schemas.microsoft.com/office/drawing/2014/main" id="{BEAA2C01-8998-4971-AAE0-6AAD82BBD509}"/>
              </a:ext>
            </a:extLst>
          </p:cNvPr>
          <p:cNvSpPr>
            <a:spLocks xmlns:a="http://schemas.openxmlformats.org/drawingml/2006/main" noGrp="1"/>
          </p:cNvSpPr>
          <p:nvPr/>
        </p:nvSpPr>
        <p:spPr>
          <a:xfrm xmlns:a="http://schemas.openxmlformats.org/drawingml/2006/main">
            <a:off x="609600" y="6858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i="0">
                <a:solidFill>
                  <a:srgbClr val="10263E"/>
                </a:solidFill>
              </a:defRPr>
            </a:pPr>
            <a:r>
              <a:rPr sz="2925" b="1" i="0">
                <a:solidFill>
                  <a:srgbClr val="10263E"/>
                </a:solidFill>
              </a:rPr>
              <a:t>Сколько заказов нужно для 1 000–2 000 ₽ в день</a:t>
            </a:r>
          </a:p>
        </p:txBody>
      </p:sp>
      <p:sp>
        <p:nvSpPr>
          <p:cNvPr id="3" name="">
            <a:extLst xmlns:a="http://schemas.openxmlformats.org/drawingml/2006/main">
              <a:ext uri="{FF2B5EF4-FFF2-40B4-BE49-F238E27FC236}">
                <a16:creationId xmlns:a16="http://schemas.microsoft.com/office/drawing/2014/main" id="{2C3A56D7-A145-4E95-A449-B280FE97AB98}"/>
              </a:ext>
            </a:extLst>
          </p:cNvPr>
          <p:cNvSpPr>
            <a:spLocks xmlns:a="http://schemas.openxmlformats.org/drawingml/2006/main" noGrp="1"/>
          </p:cNvSpPr>
          <p:nvPr/>
        </p:nvSpPr>
        <p:spPr>
          <a:xfrm xmlns:a="http://schemas.openxmlformats.org/drawingml/2006/main">
            <a:off x="609600" y="11334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0">
                <a:solidFill>
                  <a:srgbClr val="5F7387"/>
                </a:solidFill>
              </a:defRPr>
            </a:pPr>
            <a:r>
              <a:rPr sz="1350" b="0" i="0">
                <a:solidFill>
                  <a:srgbClr val="5F7387"/>
                </a:solidFill>
              </a:rPr>
              <a:t>Расчёт чистой прибыли после комиссий, налога и дневной доли VPS</a:t>
            </a:r>
          </a:p>
        </p:txBody>
      </p:sp>
      <p:sp>
        <p:nvSpPr>
          <p:cNvPr id="4" name="">
            <a:extLst xmlns:a="http://schemas.openxmlformats.org/drawingml/2006/main">
              <a:ext uri="{FF2B5EF4-FFF2-40B4-BE49-F238E27FC236}">
                <a16:creationId xmlns:a16="http://schemas.microsoft.com/office/drawing/2014/main" id="{746276D4-AA07-45E7-9EA4-6063E88BBA9F}"/>
              </a:ext>
            </a:extLst>
          </p:cNvPr>
          <p:cNvSpPr>
            <a:spLocks xmlns:a="http://schemas.openxmlformats.org/drawingml/2006/main" noGrp="1"/>
          </p:cNvSpPr>
          <p:nvPr/>
        </p:nvSpPr>
        <p:spPr>
          <a:xfrm xmlns:a="http://schemas.openxmlformats.org/drawingml/2006/main">
            <a:off x="609600" y="1657350"/>
            <a:ext cx="2247900" cy="33147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4B265E8-073C-4F23-924C-B4F00AA1272D}"/>
              </a:ext>
            </a:extLst>
          </p:cNvPr>
          <p:cNvSpPr>
            <a:spLocks xmlns:a="http://schemas.openxmlformats.org/drawingml/2006/main" noGrp="1"/>
          </p:cNvSpPr>
          <p:nvPr/>
        </p:nvSpPr>
        <p:spPr>
          <a:xfrm xmlns:a="http://schemas.openxmlformats.org/drawingml/2006/main">
            <a:off x="800100" y="1866900"/>
            <a:ext cx="18669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6" name="">
            <a:extLst xmlns:a="http://schemas.openxmlformats.org/drawingml/2006/main">
              <a:ext uri="{FF2B5EF4-FFF2-40B4-BE49-F238E27FC236}">
                <a16:creationId xmlns:a16="http://schemas.microsoft.com/office/drawing/2014/main" id="{675EAF64-F306-41BD-9265-E4BE74F30918}"/>
              </a:ext>
            </a:extLst>
          </p:cNvPr>
          <p:cNvSpPr>
            <a:spLocks xmlns:a="http://schemas.openxmlformats.org/drawingml/2006/main" noGrp="1"/>
          </p:cNvSpPr>
          <p:nvPr/>
        </p:nvSpPr>
        <p:spPr>
          <a:xfrm xmlns:a="http://schemas.openxmlformats.org/drawingml/2006/main">
            <a:off x="838200" y="19240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500 Stars</a:t>
            </a:r>
          </a:p>
        </p:txBody>
      </p:sp>
      <p:sp>
        <p:nvSpPr>
          <p:cNvPr id="7" name="">
            <a:extLst xmlns:a="http://schemas.openxmlformats.org/drawingml/2006/main">
              <a:ext uri="{FF2B5EF4-FFF2-40B4-BE49-F238E27FC236}">
                <a16:creationId xmlns:a16="http://schemas.microsoft.com/office/drawing/2014/main" id="{3C3D8D30-4D7C-4C10-8899-CD24DB42AF4E}"/>
              </a:ext>
            </a:extLst>
          </p:cNvPr>
          <p:cNvSpPr>
            <a:spLocks xmlns:a="http://schemas.openxmlformats.org/drawingml/2006/main" noGrp="1"/>
          </p:cNvSpPr>
          <p:nvPr/>
        </p:nvSpPr>
        <p:spPr>
          <a:xfrm xmlns:a="http://schemas.openxmlformats.org/drawingml/2006/main">
            <a:off x="781050" y="2362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F7387"/>
                </a:solidFill>
              </a:defRPr>
            </a:pPr>
            <a:r>
              <a:rPr sz="1200" b="0" i="0">
                <a:solidFill>
                  <a:srgbClr val="5F7387"/>
                </a:solidFill>
              </a:rPr>
              <a:t>Средний чек 762 ₽</a:t>
            </a:r>
          </a:p>
        </p:txBody>
      </p:sp>
      <p:sp>
        <p:nvSpPr>
          <p:cNvPr id="8" name="">
            <a:extLst xmlns:a="http://schemas.openxmlformats.org/drawingml/2006/main">
              <a:ext uri="{FF2B5EF4-FFF2-40B4-BE49-F238E27FC236}">
                <a16:creationId xmlns:a16="http://schemas.microsoft.com/office/drawing/2014/main" id="{B03C54B6-82F7-45D6-975A-174695060A58}"/>
              </a:ext>
            </a:extLst>
          </p:cNvPr>
          <p:cNvSpPr>
            <a:spLocks xmlns:a="http://schemas.openxmlformats.org/drawingml/2006/main" noGrp="1"/>
          </p:cNvSpPr>
          <p:nvPr/>
        </p:nvSpPr>
        <p:spPr>
          <a:xfrm xmlns:a="http://schemas.openxmlformats.org/drawingml/2006/main">
            <a:off x="781050" y="28575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35</a:t>
            </a:r>
          </a:p>
        </p:txBody>
      </p:sp>
      <p:sp>
        <p:nvSpPr>
          <p:cNvPr id="9" name="">
            <a:extLst xmlns:a="http://schemas.openxmlformats.org/drawingml/2006/main">
              <a:ext uri="{FF2B5EF4-FFF2-40B4-BE49-F238E27FC236}">
                <a16:creationId xmlns:a16="http://schemas.microsoft.com/office/drawing/2014/main" id="{70B9A743-2B35-43EF-B832-BE08C703750B}"/>
              </a:ext>
            </a:extLst>
          </p:cNvPr>
          <p:cNvSpPr>
            <a:spLocks xmlns:a="http://schemas.openxmlformats.org/drawingml/2006/main" noGrp="1"/>
          </p:cNvSpPr>
          <p:nvPr/>
        </p:nvSpPr>
        <p:spPr>
          <a:xfrm xmlns:a="http://schemas.openxmlformats.org/drawingml/2006/main">
            <a:off x="1562100" y="29337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10" name="">
            <a:extLst xmlns:a="http://schemas.openxmlformats.org/drawingml/2006/main">
              <a:ext uri="{FF2B5EF4-FFF2-40B4-BE49-F238E27FC236}">
                <a16:creationId xmlns:a16="http://schemas.microsoft.com/office/drawing/2014/main" id="{7CCA70A3-72BA-4909-AC24-EE2BDF3E7FDF}"/>
              </a:ext>
            </a:extLst>
          </p:cNvPr>
          <p:cNvSpPr>
            <a:spLocks xmlns:a="http://schemas.openxmlformats.org/drawingml/2006/main" noGrp="1"/>
          </p:cNvSpPr>
          <p:nvPr/>
        </p:nvSpPr>
        <p:spPr>
          <a:xfrm xmlns:a="http://schemas.openxmlformats.org/drawingml/2006/main">
            <a:off x="857250" y="34099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6B36A"/>
                </a:solidFill>
              </a:defRPr>
            </a:pPr>
            <a:r>
              <a:rPr sz="1275" b="1" i="0">
                <a:solidFill>
                  <a:srgbClr val="26B36A"/>
                </a:solidFill>
              </a:rPr>
              <a:t>= 1 000 ₽ чистыми</a:t>
            </a:r>
          </a:p>
        </p:txBody>
      </p:sp>
      <p:sp>
        <p:nvSpPr>
          <p:cNvPr id="11" name="">
            <a:extLst xmlns:a="http://schemas.openxmlformats.org/drawingml/2006/main">
              <a:ext uri="{FF2B5EF4-FFF2-40B4-BE49-F238E27FC236}">
                <a16:creationId xmlns:a16="http://schemas.microsoft.com/office/drawing/2014/main" id="{2770CF4C-4792-420E-8897-03E3E7D1BF56}"/>
              </a:ext>
            </a:extLst>
          </p:cNvPr>
          <p:cNvSpPr>
            <a:spLocks xmlns:a="http://schemas.openxmlformats.org/drawingml/2006/main" noGrp="1"/>
          </p:cNvSpPr>
          <p:nvPr/>
        </p:nvSpPr>
        <p:spPr>
          <a:xfrm xmlns:a="http://schemas.openxmlformats.org/drawingml/2006/main">
            <a:off x="819150" y="3800475"/>
            <a:ext cx="1828800" cy="9525"/>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12" name="">
            <a:extLst xmlns:a="http://schemas.openxmlformats.org/drawingml/2006/main">
              <a:ext uri="{FF2B5EF4-FFF2-40B4-BE49-F238E27FC236}">
                <a16:creationId xmlns:a16="http://schemas.microsoft.com/office/drawing/2014/main" id="{8F1366F6-C4D7-468E-B873-251ABC5B495E}"/>
              </a:ext>
            </a:extLst>
          </p:cNvPr>
          <p:cNvSpPr>
            <a:spLocks xmlns:a="http://schemas.openxmlformats.org/drawingml/2006/main" noGrp="1"/>
          </p:cNvSpPr>
          <p:nvPr/>
        </p:nvSpPr>
        <p:spPr>
          <a:xfrm xmlns:a="http://schemas.openxmlformats.org/drawingml/2006/main">
            <a:off x="781050" y="401955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69</a:t>
            </a:r>
          </a:p>
        </p:txBody>
      </p:sp>
      <p:sp>
        <p:nvSpPr>
          <p:cNvPr id="13" name="">
            <a:extLst xmlns:a="http://schemas.openxmlformats.org/drawingml/2006/main">
              <a:ext uri="{FF2B5EF4-FFF2-40B4-BE49-F238E27FC236}">
                <a16:creationId xmlns:a16="http://schemas.microsoft.com/office/drawing/2014/main" id="{EBEBB404-5A03-427F-9E30-2B5A140FC531}"/>
              </a:ext>
            </a:extLst>
          </p:cNvPr>
          <p:cNvSpPr>
            <a:spLocks xmlns:a="http://schemas.openxmlformats.org/drawingml/2006/main" noGrp="1"/>
          </p:cNvSpPr>
          <p:nvPr/>
        </p:nvSpPr>
        <p:spPr>
          <a:xfrm xmlns:a="http://schemas.openxmlformats.org/drawingml/2006/main">
            <a:off x="1562100" y="40957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14" name="">
            <a:extLst xmlns:a="http://schemas.openxmlformats.org/drawingml/2006/main">
              <a:ext uri="{FF2B5EF4-FFF2-40B4-BE49-F238E27FC236}">
                <a16:creationId xmlns:a16="http://schemas.microsoft.com/office/drawing/2014/main" id="{2902886C-53EC-4862-AB11-283C14953C62}"/>
              </a:ext>
            </a:extLst>
          </p:cNvPr>
          <p:cNvSpPr>
            <a:spLocks xmlns:a="http://schemas.openxmlformats.org/drawingml/2006/main" noGrp="1"/>
          </p:cNvSpPr>
          <p:nvPr/>
        </p:nvSpPr>
        <p:spPr>
          <a:xfrm xmlns:a="http://schemas.openxmlformats.org/drawingml/2006/main">
            <a:off x="857250" y="45720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29ED9"/>
                </a:solidFill>
              </a:defRPr>
            </a:pPr>
            <a:r>
              <a:rPr sz="1275" b="1" i="0">
                <a:solidFill>
                  <a:srgbClr val="229ED9"/>
                </a:solidFill>
              </a:rPr>
              <a:t>= 2 000 ₽ чистыми</a:t>
            </a:r>
          </a:p>
        </p:txBody>
      </p:sp>
      <p:sp>
        <p:nvSpPr>
          <p:cNvPr id="15" name="">
            <a:extLst xmlns:a="http://schemas.openxmlformats.org/drawingml/2006/main">
              <a:ext uri="{FF2B5EF4-FFF2-40B4-BE49-F238E27FC236}">
                <a16:creationId xmlns:a16="http://schemas.microsoft.com/office/drawing/2014/main" id="{015654D7-710F-4418-BC6C-16DAD04E0B8E}"/>
              </a:ext>
            </a:extLst>
          </p:cNvPr>
          <p:cNvSpPr>
            <a:spLocks xmlns:a="http://schemas.openxmlformats.org/drawingml/2006/main" noGrp="1"/>
          </p:cNvSpPr>
          <p:nvPr/>
        </p:nvSpPr>
        <p:spPr>
          <a:xfrm xmlns:a="http://schemas.openxmlformats.org/drawingml/2006/main">
            <a:off x="3371850" y="1657350"/>
            <a:ext cx="2247900" cy="33147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245B9B6-0EDB-45EE-97E1-B88CC45EAD94}"/>
              </a:ext>
            </a:extLst>
          </p:cNvPr>
          <p:cNvSpPr>
            <a:spLocks xmlns:a="http://schemas.openxmlformats.org/drawingml/2006/main" noGrp="1"/>
          </p:cNvSpPr>
          <p:nvPr/>
        </p:nvSpPr>
        <p:spPr>
          <a:xfrm xmlns:a="http://schemas.openxmlformats.org/drawingml/2006/main">
            <a:off x="3562350" y="1866900"/>
            <a:ext cx="18669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17" name="">
            <a:extLst xmlns:a="http://schemas.openxmlformats.org/drawingml/2006/main">
              <a:ext uri="{FF2B5EF4-FFF2-40B4-BE49-F238E27FC236}">
                <a16:creationId xmlns:a16="http://schemas.microsoft.com/office/drawing/2014/main" id="{8CB21030-A3A7-4FBA-BBF0-2DAE2464693E}"/>
              </a:ext>
            </a:extLst>
          </p:cNvPr>
          <p:cNvSpPr>
            <a:spLocks xmlns:a="http://schemas.openxmlformats.org/drawingml/2006/main" noGrp="1"/>
          </p:cNvSpPr>
          <p:nvPr/>
        </p:nvSpPr>
        <p:spPr>
          <a:xfrm xmlns:a="http://schemas.openxmlformats.org/drawingml/2006/main">
            <a:off x="3600450" y="19240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1 000 Stars</a:t>
            </a:r>
          </a:p>
        </p:txBody>
      </p:sp>
      <p:sp>
        <p:nvSpPr>
          <p:cNvPr id="18" name="">
            <a:extLst xmlns:a="http://schemas.openxmlformats.org/drawingml/2006/main">
              <a:ext uri="{FF2B5EF4-FFF2-40B4-BE49-F238E27FC236}">
                <a16:creationId xmlns:a16="http://schemas.microsoft.com/office/drawing/2014/main" id="{D1C0C13A-FE9B-475A-8C75-337CD3A0A9B9}"/>
              </a:ext>
            </a:extLst>
          </p:cNvPr>
          <p:cNvSpPr>
            <a:spLocks xmlns:a="http://schemas.openxmlformats.org/drawingml/2006/main" noGrp="1"/>
          </p:cNvSpPr>
          <p:nvPr/>
        </p:nvSpPr>
        <p:spPr>
          <a:xfrm xmlns:a="http://schemas.openxmlformats.org/drawingml/2006/main">
            <a:off x="3543300" y="2362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F7387"/>
                </a:solidFill>
              </a:defRPr>
            </a:pPr>
            <a:r>
              <a:rPr sz="1200" b="0" i="0">
                <a:solidFill>
                  <a:srgbClr val="5F7387"/>
                </a:solidFill>
              </a:rPr>
              <a:t>Средний чек 1 523 ₽</a:t>
            </a:r>
          </a:p>
        </p:txBody>
      </p:sp>
      <p:sp>
        <p:nvSpPr>
          <p:cNvPr id="19" name="">
            <a:extLst xmlns:a="http://schemas.openxmlformats.org/drawingml/2006/main">
              <a:ext uri="{FF2B5EF4-FFF2-40B4-BE49-F238E27FC236}">
                <a16:creationId xmlns:a16="http://schemas.microsoft.com/office/drawing/2014/main" id="{F9A6A7F3-C778-4904-A7C1-695D05A69A6C}"/>
              </a:ext>
            </a:extLst>
          </p:cNvPr>
          <p:cNvSpPr>
            <a:spLocks xmlns:a="http://schemas.openxmlformats.org/drawingml/2006/main" noGrp="1"/>
          </p:cNvSpPr>
          <p:nvPr/>
        </p:nvSpPr>
        <p:spPr>
          <a:xfrm xmlns:a="http://schemas.openxmlformats.org/drawingml/2006/main">
            <a:off x="3543300" y="28575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18</a:t>
            </a:r>
          </a:p>
        </p:txBody>
      </p:sp>
      <p:sp>
        <p:nvSpPr>
          <p:cNvPr id="20" name="">
            <a:extLst xmlns:a="http://schemas.openxmlformats.org/drawingml/2006/main">
              <a:ext uri="{FF2B5EF4-FFF2-40B4-BE49-F238E27FC236}">
                <a16:creationId xmlns:a16="http://schemas.microsoft.com/office/drawing/2014/main" id="{C7743AE3-31B1-4107-93B0-1A91A88F98AB}"/>
              </a:ext>
            </a:extLst>
          </p:cNvPr>
          <p:cNvSpPr>
            <a:spLocks xmlns:a="http://schemas.openxmlformats.org/drawingml/2006/main" noGrp="1"/>
          </p:cNvSpPr>
          <p:nvPr/>
        </p:nvSpPr>
        <p:spPr>
          <a:xfrm xmlns:a="http://schemas.openxmlformats.org/drawingml/2006/main">
            <a:off x="4324350" y="29337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21" name="">
            <a:extLst xmlns:a="http://schemas.openxmlformats.org/drawingml/2006/main">
              <a:ext uri="{FF2B5EF4-FFF2-40B4-BE49-F238E27FC236}">
                <a16:creationId xmlns:a16="http://schemas.microsoft.com/office/drawing/2014/main" id="{93CFE704-7BD4-4BBD-8641-7C409A278235}"/>
              </a:ext>
            </a:extLst>
          </p:cNvPr>
          <p:cNvSpPr>
            <a:spLocks xmlns:a="http://schemas.openxmlformats.org/drawingml/2006/main" noGrp="1"/>
          </p:cNvSpPr>
          <p:nvPr/>
        </p:nvSpPr>
        <p:spPr>
          <a:xfrm xmlns:a="http://schemas.openxmlformats.org/drawingml/2006/main">
            <a:off x="3619500" y="34099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6B36A"/>
                </a:solidFill>
              </a:defRPr>
            </a:pPr>
            <a:r>
              <a:rPr sz="1275" b="1" i="0">
                <a:solidFill>
                  <a:srgbClr val="26B36A"/>
                </a:solidFill>
              </a:rPr>
              <a:t>= 1 000 ₽ чистыми</a:t>
            </a:r>
          </a:p>
        </p:txBody>
      </p:sp>
      <p:sp>
        <p:nvSpPr>
          <p:cNvPr id="22" name="">
            <a:extLst xmlns:a="http://schemas.openxmlformats.org/drawingml/2006/main">
              <a:ext uri="{FF2B5EF4-FFF2-40B4-BE49-F238E27FC236}">
                <a16:creationId xmlns:a16="http://schemas.microsoft.com/office/drawing/2014/main" id="{94EDD0A8-EF71-4D17-81CE-D43A768D67A8}"/>
              </a:ext>
            </a:extLst>
          </p:cNvPr>
          <p:cNvSpPr>
            <a:spLocks xmlns:a="http://schemas.openxmlformats.org/drawingml/2006/main" noGrp="1"/>
          </p:cNvSpPr>
          <p:nvPr/>
        </p:nvSpPr>
        <p:spPr>
          <a:xfrm xmlns:a="http://schemas.openxmlformats.org/drawingml/2006/main">
            <a:off x="3581400" y="3800475"/>
            <a:ext cx="1828800" cy="9525"/>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23" name="">
            <a:extLst xmlns:a="http://schemas.openxmlformats.org/drawingml/2006/main">
              <a:ext uri="{FF2B5EF4-FFF2-40B4-BE49-F238E27FC236}">
                <a16:creationId xmlns:a16="http://schemas.microsoft.com/office/drawing/2014/main" id="{BFEAEC62-C146-4127-AA12-884B20725019}"/>
              </a:ext>
            </a:extLst>
          </p:cNvPr>
          <p:cNvSpPr>
            <a:spLocks xmlns:a="http://schemas.openxmlformats.org/drawingml/2006/main" noGrp="1"/>
          </p:cNvSpPr>
          <p:nvPr/>
        </p:nvSpPr>
        <p:spPr>
          <a:xfrm xmlns:a="http://schemas.openxmlformats.org/drawingml/2006/main">
            <a:off x="3543300" y="401955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35</a:t>
            </a:r>
          </a:p>
        </p:txBody>
      </p:sp>
      <p:sp>
        <p:nvSpPr>
          <p:cNvPr id="24" name="">
            <a:extLst xmlns:a="http://schemas.openxmlformats.org/drawingml/2006/main">
              <a:ext uri="{FF2B5EF4-FFF2-40B4-BE49-F238E27FC236}">
                <a16:creationId xmlns:a16="http://schemas.microsoft.com/office/drawing/2014/main" id="{04473D99-A0BC-4294-91A0-C5AC9FD12156}"/>
              </a:ext>
            </a:extLst>
          </p:cNvPr>
          <p:cNvSpPr>
            <a:spLocks xmlns:a="http://schemas.openxmlformats.org/drawingml/2006/main" noGrp="1"/>
          </p:cNvSpPr>
          <p:nvPr/>
        </p:nvSpPr>
        <p:spPr>
          <a:xfrm xmlns:a="http://schemas.openxmlformats.org/drawingml/2006/main">
            <a:off x="4324350" y="40957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25" name="">
            <a:extLst xmlns:a="http://schemas.openxmlformats.org/drawingml/2006/main">
              <a:ext uri="{FF2B5EF4-FFF2-40B4-BE49-F238E27FC236}">
                <a16:creationId xmlns:a16="http://schemas.microsoft.com/office/drawing/2014/main" id="{9417B782-6E47-45EB-97C2-434ADE38841C}"/>
              </a:ext>
            </a:extLst>
          </p:cNvPr>
          <p:cNvSpPr>
            <a:spLocks xmlns:a="http://schemas.openxmlformats.org/drawingml/2006/main" noGrp="1"/>
          </p:cNvSpPr>
          <p:nvPr/>
        </p:nvSpPr>
        <p:spPr>
          <a:xfrm xmlns:a="http://schemas.openxmlformats.org/drawingml/2006/main">
            <a:off x="3619500" y="45720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29ED9"/>
                </a:solidFill>
              </a:defRPr>
            </a:pPr>
            <a:r>
              <a:rPr sz="1275" b="1" i="0">
                <a:solidFill>
                  <a:srgbClr val="229ED9"/>
                </a:solidFill>
              </a:rPr>
              <a:t>= 2 000 ₽ чистыми</a:t>
            </a:r>
          </a:p>
        </p:txBody>
      </p:sp>
      <p:sp>
        <p:nvSpPr>
          <p:cNvPr id="26" name="">
            <a:extLst xmlns:a="http://schemas.openxmlformats.org/drawingml/2006/main">
              <a:ext uri="{FF2B5EF4-FFF2-40B4-BE49-F238E27FC236}">
                <a16:creationId xmlns:a16="http://schemas.microsoft.com/office/drawing/2014/main" id="{3AFDC640-95C9-4350-961E-72DAA4313C81}"/>
              </a:ext>
            </a:extLst>
          </p:cNvPr>
          <p:cNvSpPr>
            <a:spLocks xmlns:a="http://schemas.openxmlformats.org/drawingml/2006/main" noGrp="1"/>
          </p:cNvSpPr>
          <p:nvPr/>
        </p:nvSpPr>
        <p:spPr>
          <a:xfrm xmlns:a="http://schemas.openxmlformats.org/drawingml/2006/main">
            <a:off x="6134100" y="1657350"/>
            <a:ext cx="2247900" cy="33147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9525">
            <a:solidFill>
              <a:srgbClr val="D7E5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EE254C88-BFA9-4AD8-B56E-70BDDE6F5621}"/>
              </a:ext>
            </a:extLst>
          </p:cNvPr>
          <p:cNvSpPr>
            <a:spLocks xmlns:a="http://schemas.openxmlformats.org/drawingml/2006/main" noGrp="1"/>
          </p:cNvSpPr>
          <p:nvPr/>
        </p:nvSpPr>
        <p:spPr>
          <a:xfrm xmlns:a="http://schemas.openxmlformats.org/drawingml/2006/main">
            <a:off x="6324600" y="1866900"/>
            <a:ext cx="1866900" cy="285750"/>
          </a:xfrm>
          <a:prstGeom xmlns:a="http://schemas.openxmlformats.org/drawingml/2006/main" prst="roundRect">
            <a:avLst>
              <a:gd name="adj" fmla="val 50000"/>
            </a:avLst>
          </a:prstGeom>
          <a:solidFill xmlns:a="http://schemas.openxmlformats.org/drawingml/2006/main">
            <a:srgbClr val="E5F5FC"/>
          </a:solidFill>
          <a:ln xmlns:a="http://schemas.openxmlformats.org/drawingml/2006/main" w="0">
            <a:solidFill>
              <a:srgbClr val="E5F5FC"/>
            </a:solidFill>
            <a:prstDash val="solid"/>
          </a:ln>
        </p:spPr>
      </p:sp>
      <p:sp>
        <p:nvSpPr>
          <p:cNvPr id="28" name="">
            <a:extLst xmlns:a="http://schemas.openxmlformats.org/drawingml/2006/main">
              <a:ext uri="{FF2B5EF4-FFF2-40B4-BE49-F238E27FC236}">
                <a16:creationId xmlns:a16="http://schemas.microsoft.com/office/drawing/2014/main" id="{0FDABA60-37CE-496D-ACFD-248399D1CA98}"/>
              </a:ext>
            </a:extLst>
          </p:cNvPr>
          <p:cNvSpPr>
            <a:spLocks xmlns:a="http://schemas.openxmlformats.org/drawingml/2006/main" noGrp="1"/>
          </p:cNvSpPr>
          <p:nvPr/>
        </p:nvSpPr>
        <p:spPr>
          <a:xfrm xmlns:a="http://schemas.openxmlformats.org/drawingml/2006/main">
            <a:off x="6362700" y="19240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229ED9"/>
                </a:solidFill>
              </a:defRPr>
            </a:pPr>
            <a:r>
              <a:rPr sz="975" b="1" i="0">
                <a:solidFill>
                  <a:srgbClr val="229ED9"/>
                </a:solidFill>
              </a:rPr>
              <a:t>2 500 Stars</a:t>
            </a:r>
          </a:p>
        </p:txBody>
      </p:sp>
      <p:sp>
        <p:nvSpPr>
          <p:cNvPr id="29" name="">
            <a:extLst xmlns:a="http://schemas.openxmlformats.org/drawingml/2006/main">
              <a:ext uri="{FF2B5EF4-FFF2-40B4-BE49-F238E27FC236}">
                <a16:creationId xmlns:a16="http://schemas.microsoft.com/office/drawing/2014/main" id="{0E33AE49-EE4A-44CF-A92B-C9C42665CFE5}"/>
              </a:ext>
            </a:extLst>
          </p:cNvPr>
          <p:cNvSpPr>
            <a:spLocks xmlns:a="http://schemas.openxmlformats.org/drawingml/2006/main" noGrp="1"/>
          </p:cNvSpPr>
          <p:nvPr/>
        </p:nvSpPr>
        <p:spPr>
          <a:xfrm xmlns:a="http://schemas.openxmlformats.org/drawingml/2006/main">
            <a:off x="6305550" y="2362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F7387"/>
                </a:solidFill>
              </a:defRPr>
            </a:pPr>
            <a:r>
              <a:rPr sz="1200" b="0" i="0">
                <a:solidFill>
                  <a:srgbClr val="5F7387"/>
                </a:solidFill>
              </a:rPr>
              <a:t>Средний чек 3 805 ₽</a:t>
            </a:r>
          </a:p>
        </p:txBody>
      </p:sp>
      <p:sp>
        <p:nvSpPr>
          <p:cNvPr id="30" name="">
            <a:extLst xmlns:a="http://schemas.openxmlformats.org/drawingml/2006/main">
              <a:ext uri="{FF2B5EF4-FFF2-40B4-BE49-F238E27FC236}">
                <a16:creationId xmlns:a16="http://schemas.microsoft.com/office/drawing/2014/main" id="{8F6190F8-93AF-4905-9846-15D928753205}"/>
              </a:ext>
            </a:extLst>
          </p:cNvPr>
          <p:cNvSpPr>
            <a:spLocks xmlns:a="http://schemas.openxmlformats.org/drawingml/2006/main" noGrp="1"/>
          </p:cNvSpPr>
          <p:nvPr/>
        </p:nvSpPr>
        <p:spPr>
          <a:xfrm xmlns:a="http://schemas.openxmlformats.org/drawingml/2006/main">
            <a:off x="6305550" y="28575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8</a:t>
            </a:r>
          </a:p>
        </p:txBody>
      </p:sp>
      <p:sp>
        <p:nvSpPr>
          <p:cNvPr id="31" name="">
            <a:extLst xmlns:a="http://schemas.openxmlformats.org/drawingml/2006/main">
              <a:ext uri="{FF2B5EF4-FFF2-40B4-BE49-F238E27FC236}">
                <a16:creationId xmlns:a16="http://schemas.microsoft.com/office/drawing/2014/main" id="{30691C34-9E4C-49D1-BA29-173A6DDC3034}"/>
              </a:ext>
            </a:extLst>
          </p:cNvPr>
          <p:cNvSpPr>
            <a:spLocks xmlns:a="http://schemas.openxmlformats.org/drawingml/2006/main" noGrp="1"/>
          </p:cNvSpPr>
          <p:nvPr/>
        </p:nvSpPr>
        <p:spPr>
          <a:xfrm xmlns:a="http://schemas.openxmlformats.org/drawingml/2006/main">
            <a:off x="7086600" y="29337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32" name="">
            <a:extLst xmlns:a="http://schemas.openxmlformats.org/drawingml/2006/main">
              <a:ext uri="{FF2B5EF4-FFF2-40B4-BE49-F238E27FC236}">
                <a16:creationId xmlns:a16="http://schemas.microsoft.com/office/drawing/2014/main" id="{DE83165C-D21E-4E87-8157-24CB5B2D02C8}"/>
              </a:ext>
            </a:extLst>
          </p:cNvPr>
          <p:cNvSpPr>
            <a:spLocks xmlns:a="http://schemas.openxmlformats.org/drawingml/2006/main" noGrp="1"/>
          </p:cNvSpPr>
          <p:nvPr/>
        </p:nvSpPr>
        <p:spPr>
          <a:xfrm xmlns:a="http://schemas.openxmlformats.org/drawingml/2006/main">
            <a:off x="6381750" y="34099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6B36A"/>
                </a:solidFill>
              </a:defRPr>
            </a:pPr>
            <a:r>
              <a:rPr sz="1275" b="1" i="0">
                <a:solidFill>
                  <a:srgbClr val="26B36A"/>
                </a:solidFill>
              </a:rPr>
              <a:t>= 1 000 ₽ чистыми</a:t>
            </a:r>
          </a:p>
        </p:txBody>
      </p:sp>
      <p:sp>
        <p:nvSpPr>
          <p:cNvPr id="33" name="">
            <a:extLst xmlns:a="http://schemas.openxmlformats.org/drawingml/2006/main">
              <a:ext uri="{FF2B5EF4-FFF2-40B4-BE49-F238E27FC236}">
                <a16:creationId xmlns:a16="http://schemas.microsoft.com/office/drawing/2014/main" id="{E773CCAE-1189-43D8-8E2B-63F3F62A00AB}"/>
              </a:ext>
            </a:extLst>
          </p:cNvPr>
          <p:cNvSpPr>
            <a:spLocks xmlns:a="http://schemas.openxmlformats.org/drawingml/2006/main" noGrp="1"/>
          </p:cNvSpPr>
          <p:nvPr/>
        </p:nvSpPr>
        <p:spPr>
          <a:xfrm xmlns:a="http://schemas.openxmlformats.org/drawingml/2006/main">
            <a:off x="6343650" y="3800475"/>
            <a:ext cx="1828800" cy="9525"/>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34" name="">
            <a:extLst xmlns:a="http://schemas.openxmlformats.org/drawingml/2006/main">
              <a:ext uri="{FF2B5EF4-FFF2-40B4-BE49-F238E27FC236}">
                <a16:creationId xmlns:a16="http://schemas.microsoft.com/office/drawing/2014/main" id="{F4961194-13D0-4794-851E-6A9BB8F76C0F}"/>
              </a:ext>
            </a:extLst>
          </p:cNvPr>
          <p:cNvSpPr>
            <a:spLocks xmlns:a="http://schemas.openxmlformats.org/drawingml/2006/main" noGrp="1"/>
          </p:cNvSpPr>
          <p:nvPr/>
        </p:nvSpPr>
        <p:spPr>
          <a:xfrm xmlns:a="http://schemas.openxmlformats.org/drawingml/2006/main">
            <a:off x="6305550" y="401955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15</a:t>
            </a:r>
          </a:p>
        </p:txBody>
      </p:sp>
      <p:sp>
        <p:nvSpPr>
          <p:cNvPr id="35" name="">
            <a:extLst xmlns:a="http://schemas.openxmlformats.org/drawingml/2006/main">
              <a:ext uri="{FF2B5EF4-FFF2-40B4-BE49-F238E27FC236}">
                <a16:creationId xmlns:a16="http://schemas.microsoft.com/office/drawing/2014/main" id="{255A1B9D-1D23-46CD-A9AD-86096AAA4A2A}"/>
              </a:ext>
            </a:extLst>
          </p:cNvPr>
          <p:cNvSpPr>
            <a:spLocks xmlns:a="http://schemas.openxmlformats.org/drawingml/2006/main" noGrp="1"/>
          </p:cNvSpPr>
          <p:nvPr/>
        </p:nvSpPr>
        <p:spPr>
          <a:xfrm xmlns:a="http://schemas.openxmlformats.org/drawingml/2006/main">
            <a:off x="7086600" y="40957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36" name="">
            <a:extLst xmlns:a="http://schemas.openxmlformats.org/drawingml/2006/main">
              <a:ext uri="{FF2B5EF4-FFF2-40B4-BE49-F238E27FC236}">
                <a16:creationId xmlns:a16="http://schemas.microsoft.com/office/drawing/2014/main" id="{116F8B52-42E5-4008-A5C3-77E2A4A3598D}"/>
              </a:ext>
            </a:extLst>
          </p:cNvPr>
          <p:cNvSpPr>
            <a:spLocks xmlns:a="http://schemas.openxmlformats.org/drawingml/2006/main" noGrp="1"/>
          </p:cNvSpPr>
          <p:nvPr/>
        </p:nvSpPr>
        <p:spPr>
          <a:xfrm xmlns:a="http://schemas.openxmlformats.org/drawingml/2006/main">
            <a:off x="6381750" y="45720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29ED9"/>
                </a:solidFill>
              </a:defRPr>
            </a:pPr>
            <a:r>
              <a:rPr sz="1275" b="1" i="0">
                <a:solidFill>
                  <a:srgbClr val="229ED9"/>
                </a:solidFill>
              </a:rPr>
              <a:t>= 2 000 ₽ чистыми</a:t>
            </a:r>
          </a:p>
        </p:txBody>
      </p:sp>
      <p:sp>
        <p:nvSpPr>
          <p:cNvPr id="37" name="">
            <a:extLst xmlns:a="http://schemas.openxmlformats.org/drawingml/2006/main">
              <a:ext uri="{FF2B5EF4-FFF2-40B4-BE49-F238E27FC236}">
                <a16:creationId xmlns:a16="http://schemas.microsoft.com/office/drawing/2014/main" id="{A7841B0C-E3E5-4797-8018-680176106C94}"/>
              </a:ext>
            </a:extLst>
          </p:cNvPr>
          <p:cNvSpPr>
            <a:spLocks xmlns:a="http://schemas.openxmlformats.org/drawingml/2006/main" noGrp="1"/>
          </p:cNvSpPr>
          <p:nvPr/>
        </p:nvSpPr>
        <p:spPr>
          <a:xfrm xmlns:a="http://schemas.openxmlformats.org/drawingml/2006/main">
            <a:off x="8896350" y="1657350"/>
            <a:ext cx="2247900" cy="3314700"/>
          </a:xfrm>
          <a:prstGeom xmlns:a="http://schemas.openxmlformats.org/drawingml/2006/main" prst="roundRect">
            <a:avLst>
              <a:gd name="adj" fmla="val 5085"/>
            </a:avLst>
          </a:prstGeom>
          <a:solidFill xmlns:a="http://schemas.openxmlformats.org/drawingml/2006/main">
            <a:srgbClr val="FFF8E6"/>
          </a:solidFill>
          <a:ln xmlns:a="http://schemas.openxmlformats.org/drawingml/2006/main" w="19050">
            <a:solidFill>
              <a:srgbClr val="D9A52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3F452882-E1AE-45EB-BC2C-7C7436EE1CCF}"/>
              </a:ext>
            </a:extLst>
          </p:cNvPr>
          <p:cNvSpPr>
            <a:spLocks xmlns:a="http://schemas.openxmlformats.org/drawingml/2006/main" noGrp="1"/>
          </p:cNvSpPr>
          <p:nvPr/>
        </p:nvSpPr>
        <p:spPr>
          <a:xfrm xmlns:a="http://schemas.openxmlformats.org/drawingml/2006/main">
            <a:off x="9086850" y="1866900"/>
            <a:ext cx="1866900" cy="285750"/>
          </a:xfrm>
          <a:prstGeom xmlns:a="http://schemas.openxmlformats.org/drawingml/2006/main" prst="roundRect">
            <a:avLst>
              <a:gd name="adj" fmla="val 50000"/>
            </a:avLst>
          </a:prstGeom>
          <a:solidFill xmlns:a="http://schemas.openxmlformats.org/drawingml/2006/main">
            <a:srgbClr val="FFE9AC"/>
          </a:solidFill>
          <a:ln xmlns:a="http://schemas.openxmlformats.org/drawingml/2006/main" w="0">
            <a:solidFill>
              <a:srgbClr val="FFE9AC"/>
            </a:solidFill>
            <a:prstDash val="solid"/>
          </a:ln>
        </p:spPr>
      </p:sp>
      <p:sp>
        <p:nvSpPr>
          <p:cNvPr id="39" name="">
            <a:extLst xmlns:a="http://schemas.openxmlformats.org/drawingml/2006/main">
              <a:ext uri="{FF2B5EF4-FFF2-40B4-BE49-F238E27FC236}">
                <a16:creationId xmlns:a16="http://schemas.microsoft.com/office/drawing/2014/main" id="{CE6630AC-17FA-421B-A2D6-C938DB31BA30}"/>
              </a:ext>
            </a:extLst>
          </p:cNvPr>
          <p:cNvSpPr>
            <a:spLocks xmlns:a="http://schemas.openxmlformats.org/drawingml/2006/main" noGrp="1"/>
          </p:cNvSpPr>
          <p:nvPr/>
        </p:nvSpPr>
        <p:spPr>
          <a:xfrm xmlns:a="http://schemas.openxmlformats.org/drawingml/2006/main">
            <a:off x="9124950" y="19240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8A5A00"/>
                </a:solidFill>
              </a:defRPr>
            </a:pPr>
            <a:r>
              <a:rPr sz="975" b="1" i="0">
                <a:solidFill>
                  <a:srgbClr val="8A5A00"/>
                </a:solidFill>
              </a:rPr>
              <a:t>5 000 Stars</a:t>
            </a:r>
          </a:p>
        </p:txBody>
      </p:sp>
      <p:sp>
        <p:nvSpPr>
          <p:cNvPr id="40" name="">
            <a:extLst xmlns:a="http://schemas.openxmlformats.org/drawingml/2006/main">
              <a:ext uri="{FF2B5EF4-FFF2-40B4-BE49-F238E27FC236}">
                <a16:creationId xmlns:a16="http://schemas.microsoft.com/office/drawing/2014/main" id="{48573EA5-86E8-41A2-837C-10E4027A7634}"/>
              </a:ext>
            </a:extLst>
          </p:cNvPr>
          <p:cNvSpPr>
            <a:spLocks xmlns:a="http://schemas.openxmlformats.org/drawingml/2006/main" noGrp="1"/>
          </p:cNvSpPr>
          <p:nvPr/>
        </p:nvSpPr>
        <p:spPr>
          <a:xfrm xmlns:a="http://schemas.openxmlformats.org/drawingml/2006/main">
            <a:off x="9067800" y="2362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F7387"/>
                </a:solidFill>
              </a:defRPr>
            </a:pPr>
            <a:r>
              <a:rPr sz="1200" b="0" i="0">
                <a:solidFill>
                  <a:srgbClr val="5F7387"/>
                </a:solidFill>
              </a:rPr>
              <a:t>Средний чек 7 609 ₽</a:t>
            </a:r>
          </a:p>
        </p:txBody>
      </p:sp>
      <p:sp>
        <p:nvSpPr>
          <p:cNvPr id="41" name="">
            <a:extLst xmlns:a="http://schemas.openxmlformats.org/drawingml/2006/main">
              <a:ext uri="{FF2B5EF4-FFF2-40B4-BE49-F238E27FC236}">
                <a16:creationId xmlns:a16="http://schemas.microsoft.com/office/drawing/2014/main" id="{0322C0E6-6F32-4541-839F-930D08C937DC}"/>
              </a:ext>
            </a:extLst>
          </p:cNvPr>
          <p:cNvSpPr>
            <a:spLocks xmlns:a="http://schemas.openxmlformats.org/drawingml/2006/main" noGrp="1"/>
          </p:cNvSpPr>
          <p:nvPr/>
        </p:nvSpPr>
        <p:spPr>
          <a:xfrm xmlns:a="http://schemas.openxmlformats.org/drawingml/2006/main">
            <a:off x="9067800" y="28575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0263E"/>
                </a:solidFill>
              </a:defRPr>
            </a:pPr>
            <a:r>
              <a:rPr sz="3000" b="1" i="0">
                <a:solidFill>
                  <a:srgbClr val="10263E"/>
                </a:solidFill>
              </a:rPr>
              <a:t>4</a:t>
            </a:r>
          </a:p>
        </p:txBody>
      </p:sp>
      <p:sp>
        <p:nvSpPr>
          <p:cNvPr id="42" name="">
            <a:extLst xmlns:a="http://schemas.openxmlformats.org/drawingml/2006/main">
              <a:ext uri="{FF2B5EF4-FFF2-40B4-BE49-F238E27FC236}">
                <a16:creationId xmlns:a16="http://schemas.microsoft.com/office/drawing/2014/main" id="{440616CA-C40F-46BF-905D-3715C29E83CA}"/>
              </a:ext>
            </a:extLst>
          </p:cNvPr>
          <p:cNvSpPr>
            <a:spLocks xmlns:a="http://schemas.openxmlformats.org/drawingml/2006/main" noGrp="1"/>
          </p:cNvSpPr>
          <p:nvPr/>
        </p:nvSpPr>
        <p:spPr>
          <a:xfrm xmlns:a="http://schemas.openxmlformats.org/drawingml/2006/main">
            <a:off x="9848850" y="29337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43" name="">
            <a:extLst xmlns:a="http://schemas.openxmlformats.org/drawingml/2006/main">
              <a:ext uri="{FF2B5EF4-FFF2-40B4-BE49-F238E27FC236}">
                <a16:creationId xmlns:a16="http://schemas.microsoft.com/office/drawing/2014/main" id="{3C405339-FFB0-40EA-BA15-A536827B49CC}"/>
              </a:ext>
            </a:extLst>
          </p:cNvPr>
          <p:cNvSpPr>
            <a:spLocks xmlns:a="http://schemas.openxmlformats.org/drawingml/2006/main" noGrp="1"/>
          </p:cNvSpPr>
          <p:nvPr/>
        </p:nvSpPr>
        <p:spPr>
          <a:xfrm xmlns:a="http://schemas.openxmlformats.org/drawingml/2006/main">
            <a:off x="9144000" y="34099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6B36A"/>
                </a:solidFill>
              </a:defRPr>
            </a:pPr>
            <a:r>
              <a:rPr sz="1275" b="1" i="0">
                <a:solidFill>
                  <a:srgbClr val="26B36A"/>
                </a:solidFill>
              </a:rPr>
              <a:t>= 1 000 ₽ чистыми</a:t>
            </a:r>
          </a:p>
        </p:txBody>
      </p:sp>
      <p:sp>
        <p:nvSpPr>
          <p:cNvPr id="44" name="">
            <a:extLst xmlns:a="http://schemas.openxmlformats.org/drawingml/2006/main">
              <a:ext uri="{FF2B5EF4-FFF2-40B4-BE49-F238E27FC236}">
                <a16:creationId xmlns:a16="http://schemas.microsoft.com/office/drawing/2014/main" id="{0C357DDE-6330-460E-BE89-F798608ECED7}"/>
              </a:ext>
            </a:extLst>
          </p:cNvPr>
          <p:cNvSpPr>
            <a:spLocks xmlns:a="http://schemas.openxmlformats.org/drawingml/2006/main" noGrp="1"/>
          </p:cNvSpPr>
          <p:nvPr/>
        </p:nvSpPr>
        <p:spPr>
          <a:xfrm xmlns:a="http://schemas.openxmlformats.org/drawingml/2006/main">
            <a:off x="9105900" y="3800475"/>
            <a:ext cx="1828800" cy="9525"/>
          </a:xfrm>
          <a:prstGeom xmlns:a="http://schemas.openxmlformats.org/drawingml/2006/main" prst="rect">
            <a:avLst/>
          </a:prstGeom>
          <a:solidFill xmlns:a="http://schemas.openxmlformats.org/drawingml/2006/main">
            <a:srgbClr val="E1BB60"/>
          </a:solidFill>
          <a:ln xmlns:a="http://schemas.openxmlformats.org/drawingml/2006/main" w="0">
            <a:solidFill>
              <a:srgbClr val="E1BB60"/>
            </a:solidFill>
            <a:prstDash val="solid"/>
          </a:ln>
        </p:spPr>
      </p:sp>
      <p:sp>
        <p:nvSpPr>
          <p:cNvPr id="45" name="">
            <a:extLst xmlns:a="http://schemas.openxmlformats.org/drawingml/2006/main">
              <a:ext uri="{FF2B5EF4-FFF2-40B4-BE49-F238E27FC236}">
                <a16:creationId xmlns:a16="http://schemas.microsoft.com/office/drawing/2014/main" id="{CF20E9A4-F964-4EB5-BEF0-2593F4DD375A}"/>
              </a:ext>
            </a:extLst>
          </p:cNvPr>
          <p:cNvSpPr>
            <a:spLocks xmlns:a="http://schemas.openxmlformats.org/drawingml/2006/main" noGrp="1"/>
          </p:cNvSpPr>
          <p:nvPr/>
        </p:nvSpPr>
        <p:spPr>
          <a:xfrm xmlns:a="http://schemas.openxmlformats.org/drawingml/2006/main">
            <a:off x="9067800" y="401955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A36A00"/>
                </a:solidFill>
              </a:defRPr>
            </a:pPr>
            <a:r>
              <a:rPr sz="3000" b="1" i="0">
                <a:solidFill>
                  <a:srgbClr val="A36A00"/>
                </a:solidFill>
              </a:rPr>
              <a:t>8</a:t>
            </a:r>
          </a:p>
        </p:txBody>
      </p:sp>
      <p:sp>
        <p:nvSpPr>
          <p:cNvPr id="46" name="">
            <a:extLst xmlns:a="http://schemas.openxmlformats.org/drawingml/2006/main">
              <a:ext uri="{FF2B5EF4-FFF2-40B4-BE49-F238E27FC236}">
                <a16:creationId xmlns:a16="http://schemas.microsoft.com/office/drawing/2014/main" id="{37150307-F4D4-4661-932C-4F7D65B7EF5D}"/>
              </a:ext>
            </a:extLst>
          </p:cNvPr>
          <p:cNvSpPr>
            <a:spLocks xmlns:a="http://schemas.openxmlformats.org/drawingml/2006/main" noGrp="1"/>
          </p:cNvSpPr>
          <p:nvPr/>
        </p:nvSpPr>
        <p:spPr>
          <a:xfrm xmlns:a="http://schemas.openxmlformats.org/drawingml/2006/main">
            <a:off x="9848850" y="40957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7387"/>
                </a:solidFill>
              </a:defRPr>
            </a:pPr>
            <a:r>
              <a:rPr sz="1200" b="0" i="0">
                <a:solidFill>
                  <a:srgbClr val="5F7387"/>
                </a:solidFill>
              </a:rPr>
              <a:t>заказов</a:t>
            </a:r>
          </a:p>
        </p:txBody>
      </p:sp>
      <p:sp>
        <p:nvSpPr>
          <p:cNvPr id="47" name="">
            <a:extLst xmlns:a="http://schemas.openxmlformats.org/drawingml/2006/main">
              <a:ext uri="{FF2B5EF4-FFF2-40B4-BE49-F238E27FC236}">
                <a16:creationId xmlns:a16="http://schemas.microsoft.com/office/drawing/2014/main" id="{AC2CBC92-857E-4F74-8F1E-FC9C3C851A77}"/>
              </a:ext>
            </a:extLst>
          </p:cNvPr>
          <p:cNvSpPr>
            <a:spLocks xmlns:a="http://schemas.openxmlformats.org/drawingml/2006/main" noGrp="1"/>
          </p:cNvSpPr>
          <p:nvPr/>
        </p:nvSpPr>
        <p:spPr>
          <a:xfrm xmlns:a="http://schemas.openxmlformats.org/drawingml/2006/main">
            <a:off x="9144000" y="45720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A36A00"/>
                </a:solidFill>
              </a:defRPr>
            </a:pPr>
            <a:r>
              <a:rPr sz="1275" b="1" i="0">
                <a:solidFill>
                  <a:srgbClr val="A36A00"/>
                </a:solidFill>
              </a:rPr>
              <a:t>= 2 000 ₽ чистыми</a:t>
            </a:r>
          </a:p>
        </p:txBody>
      </p:sp>
      <p:sp>
        <p:nvSpPr>
          <p:cNvPr id="48" name="">
            <a:extLst xmlns:a="http://schemas.openxmlformats.org/drawingml/2006/main">
              <a:ext uri="{FF2B5EF4-FFF2-40B4-BE49-F238E27FC236}">
                <a16:creationId xmlns:a16="http://schemas.microsoft.com/office/drawing/2014/main" id="{7C3B0693-653A-4A5D-8124-2A3E03DA3569}"/>
              </a:ext>
            </a:extLst>
          </p:cNvPr>
          <p:cNvSpPr>
            <a:spLocks xmlns:a="http://schemas.openxmlformats.org/drawingml/2006/main" noGrp="1"/>
          </p:cNvSpPr>
          <p:nvPr/>
        </p:nvSpPr>
        <p:spPr>
          <a:xfrm xmlns:a="http://schemas.openxmlformats.org/drawingml/2006/main">
            <a:off x="609600" y="5238750"/>
            <a:ext cx="10534650" cy="704850"/>
          </a:xfrm>
          <a:prstGeom xmlns:a="http://schemas.openxmlformats.org/drawingml/2006/main" prst="roundRect">
            <a:avLst>
              <a:gd name="adj" fmla="val 16216"/>
            </a:avLst>
          </a:prstGeom>
          <a:solidFill xmlns:a="http://schemas.openxmlformats.org/drawingml/2006/main">
            <a:srgbClr val="0B1F36"/>
          </a:solidFill>
          <a:ln xmlns:a="http://schemas.openxmlformats.org/drawingml/2006/main" w="0">
            <a:solidFill>
              <a:srgbClr val="0B1F36"/>
            </a:solidFill>
            <a:prstDash val="solid"/>
          </a:ln>
        </p:spPr>
      </p:sp>
      <p:sp>
        <p:nvSpPr>
          <p:cNvPr id="49" name="">
            <a:extLst xmlns:a="http://schemas.openxmlformats.org/drawingml/2006/main">
              <a:ext uri="{FF2B5EF4-FFF2-40B4-BE49-F238E27FC236}">
                <a16:creationId xmlns:a16="http://schemas.microsoft.com/office/drawing/2014/main" id="{D8308DD5-F2A6-4649-9CBC-530CEDA97EBA}"/>
              </a:ext>
            </a:extLst>
          </p:cNvPr>
          <p:cNvSpPr>
            <a:spLocks xmlns:a="http://schemas.openxmlformats.org/drawingml/2006/main" noGrp="1"/>
          </p:cNvSpPr>
          <p:nvPr/>
        </p:nvSpPr>
        <p:spPr>
          <a:xfrm xmlns:a="http://schemas.openxmlformats.org/drawingml/2006/main">
            <a:off x="838200" y="5438775"/>
            <a:ext cx="245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Самый простой ориентир</a:t>
            </a:r>
          </a:p>
        </p:txBody>
      </p:sp>
      <p:sp>
        <p:nvSpPr>
          <p:cNvPr id="50" name="">
            <a:extLst xmlns:a="http://schemas.openxmlformats.org/drawingml/2006/main">
              <a:ext uri="{FF2B5EF4-FFF2-40B4-BE49-F238E27FC236}">
                <a16:creationId xmlns:a16="http://schemas.microsoft.com/office/drawing/2014/main" id="{20A05D92-059D-46A8-9FCE-C121523269DF}"/>
              </a:ext>
            </a:extLst>
          </p:cNvPr>
          <p:cNvSpPr>
            <a:spLocks xmlns:a="http://schemas.openxmlformats.org/drawingml/2006/main" noGrp="1"/>
          </p:cNvSpPr>
          <p:nvPr/>
        </p:nvSpPr>
        <p:spPr>
          <a:xfrm xmlns:a="http://schemas.openxmlformats.org/drawingml/2006/main">
            <a:off x="3390900" y="5400675"/>
            <a:ext cx="7486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FFE29A"/>
                </a:solidFill>
              </a:defRPr>
            </a:pPr>
            <a:r>
              <a:rPr sz="1575" b="1" i="0">
                <a:solidFill>
                  <a:srgbClr val="FFE29A"/>
                </a:solidFill>
              </a:rPr>
              <a:t>4–8 крупных заказов в день → примерно 1 000–2 000 ₽ чистыми</a:t>
            </a:r>
          </a:p>
        </p:txBody>
      </p:sp>
      <p:sp>
        <p:nvSpPr>
          <p:cNvPr id="51" name="">
            <a:extLst xmlns:a="http://schemas.openxmlformats.org/drawingml/2006/main">
              <a:ext uri="{FF2B5EF4-FFF2-40B4-BE49-F238E27FC236}">
                <a16:creationId xmlns:a16="http://schemas.microsoft.com/office/drawing/2014/main" id="{A68F8DC0-F167-4F98-83EC-2CAB7763E5E4}"/>
              </a:ext>
            </a:extLst>
          </p:cNvPr>
          <p:cNvSpPr>
            <a:spLocks xmlns:a="http://schemas.openxmlformats.org/drawingml/2006/main" noGrp="1"/>
          </p:cNvSpPr>
          <p:nvPr/>
        </p:nvSpPr>
        <p:spPr>
          <a:xfrm xmlns:a="http://schemas.openxmlformats.org/drawingml/2006/main">
            <a:off x="3390900" y="5724525"/>
            <a:ext cx="74866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i="1">
                <a:solidFill>
                  <a:srgbClr val="8FA7BE"/>
                </a:solidFill>
              </a:defRPr>
            </a:pPr>
            <a:r>
              <a:rPr sz="900" b="0" i="1">
                <a:solidFill>
                  <a:srgbClr val="8FA7BE"/>
                </a:solidFill>
              </a:rPr>
              <a:t>Расчётная модель, не гарантия дохода</a:t>
            </a:r>
          </a:p>
        </p:txBody>
      </p:sp>
      <p:sp>
        <p:nvSpPr>
          <p:cNvPr id="52" name="">
            <a:extLst xmlns:a="http://schemas.openxmlformats.org/drawingml/2006/main">
              <a:ext uri="{FF2B5EF4-FFF2-40B4-BE49-F238E27FC236}">
                <a16:creationId xmlns:a16="http://schemas.microsoft.com/office/drawing/2014/main" id="{88EB7F8F-CA99-4BC4-B151-1D287758AC69}"/>
              </a:ext>
            </a:extLst>
          </p:cNvPr>
          <p:cNvSpPr>
            <a:spLocks xmlns:a="http://schemas.openxmlformats.org/drawingml/2006/main" noGrp="1"/>
          </p:cNvSpPr>
          <p:nvPr/>
        </p:nvSpPr>
        <p:spPr>
          <a:xfrm xmlns:a="http://schemas.openxmlformats.org/drawingml/2006/main">
            <a:off x="609600" y="6486525"/>
            <a:ext cx="10972800" cy="14288"/>
          </a:xfrm>
          <a:prstGeom xmlns:a="http://schemas.openxmlformats.org/drawingml/2006/main" prst="rect">
            <a:avLst/>
          </a:prstGeom>
          <a:solidFill xmlns:a="http://schemas.openxmlformats.org/drawingml/2006/main">
            <a:srgbClr val="D7E5F0"/>
          </a:solidFill>
          <a:ln xmlns:a="http://schemas.openxmlformats.org/drawingml/2006/main" w="0">
            <a:solidFill>
              <a:srgbClr val="D7E5F0"/>
            </a:solidFill>
            <a:prstDash val="solid"/>
          </a:ln>
        </p:spPr>
      </p:sp>
      <p:sp>
        <p:nvSpPr>
          <p:cNvPr id="53" name="">
            <a:extLst xmlns:a="http://schemas.openxmlformats.org/drawingml/2006/main">
              <a:ext uri="{FF2B5EF4-FFF2-40B4-BE49-F238E27FC236}">
                <a16:creationId xmlns:a16="http://schemas.microsoft.com/office/drawing/2014/main" id="{CF104260-2741-4687-96BD-CAD1831F8AE9}"/>
              </a:ext>
            </a:extLst>
          </p:cNvPr>
          <p:cNvSpPr>
            <a:spLocks xmlns:a="http://schemas.openxmlformats.org/drawingml/2006/main" noGrp="1"/>
          </p:cNvSpPr>
          <p:nvPr/>
        </p:nvSpPr>
        <p:spPr>
          <a:xfrm xmlns:a="http://schemas.openxmlformats.org/drawingml/2006/main">
            <a:off x="609600" y="65627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7387"/>
                </a:solidFill>
              </a:defRPr>
            </a:pPr>
            <a:r>
              <a:rPr sz="900" b="1" i="0">
                <a:solidFill>
                  <a:srgbClr val="5F7387"/>
                </a:solidFill>
              </a:rPr>
              <a:t>TerStars</a:t>
            </a:r>
          </a:p>
        </p:txBody>
      </p:sp>
      <p:sp>
        <p:nvSpPr>
          <p:cNvPr id="54" name="">
            <a:extLst xmlns:a="http://schemas.openxmlformats.org/drawingml/2006/main">
              <a:ext uri="{FF2B5EF4-FFF2-40B4-BE49-F238E27FC236}">
                <a16:creationId xmlns:a16="http://schemas.microsoft.com/office/drawing/2014/main" id="{DC569ADC-FD31-42C9-BA69-A25AB3336C90}"/>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5F7387"/>
                </a:solidFill>
              </a:defRPr>
            </a:pPr>
            <a:r>
              <a:rPr sz="900" b="0" i="0">
                <a:solidFill>
                  <a:srgbClr val="5F7387"/>
                </a:solidFill>
              </a:rPr>
              <a:t>10</a:t>
            </a:r>
          </a:p>
        </p:txBody>
      </p:sp>
    </p:spTree>
    <p:extLst>
      <p:ext uri="{BB962C8B-B14F-4D97-AF65-F5344CB8AC3E}">
        <p14:creationId xmlns:p14="http://schemas.microsoft.com/office/powerpoint/2010/main" val="1103136794"/>
      </p:ext>
    </p:extLst>
  </p:cSld>
</p:sld>
</file>

<file path=ppt/slides/slide11.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C3F0B04-5ABE-408B-99A2-0BD0EE949A27}"/>
              </a:ext>
            </a:extLst>
          </p:cNvPr>
          <p:cNvSpPr>
            <a:spLocks xmlns:a="http://schemas.openxmlformats.org/drawingml/2006/main" noGrp="1"/>
          </p:cNvSpPr>
          <p:nvPr/>
        </p:nvSpPr>
        <p:spPr>
          <a:xfrm xmlns:a="http://schemas.openxmlformats.org/drawingml/2006/main">
            <a:off x="609600" y="4286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C7F3"/>
                </a:solidFill>
              </a:defRPr>
            </a:pPr>
            <a:r>
              <a:rPr sz="975" b="1" i="0">
                <a:solidFill>
                  <a:srgbClr val="55C7F3"/>
                </a:solidFill>
              </a:rPr>
              <a:t>TERSTARS</a:t>
            </a:r>
          </a:p>
        </p:txBody>
      </p:sp>
      <p:sp>
        <p:nvSpPr>
          <p:cNvPr id="2" name="">
            <a:extLst xmlns:a="http://schemas.openxmlformats.org/drawingml/2006/main">
              <a:ext uri="{FF2B5EF4-FFF2-40B4-BE49-F238E27FC236}">
                <a16:creationId xmlns:a16="http://schemas.microsoft.com/office/drawing/2014/main" id="{3EE7CD29-EB65-4B2E-89DA-D58503D50F5F}"/>
              </a:ext>
            </a:extLst>
          </p:cNvPr>
          <p:cNvSpPr>
            <a:spLocks xmlns:a="http://schemas.openxmlformats.org/drawingml/2006/main" noGrp="1"/>
          </p:cNvSpPr>
          <p:nvPr/>
        </p:nvSpPr>
        <p:spPr>
          <a:xfrm xmlns:a="http://schemas.openxmlformats.org/drawingml/2006/main">
            <a:off x="609600" y="7810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FFFFFF"/>
                </a:solidFill>
              </a:defRPr>
            </a:pPr>
            <a:r>
              <a:rPr sz="3000" b="1" i="0">
                <a:solidFill>
                  <a:srgbClr val="FFFFFF"/>
                </a:solidFill>
              </a:rPr>
              <a:t>Готовый магазин Stars — от оплаты до выдачи</a:t>
            </a:r>
          </a:p>
        </p:txBody>
      </p:sp>
      <p:sp>
        <p:nvSpPr>
          <p:cNvPr id="3" name="">
            <a:extLst xmlns:a="http://schemas.openxmlformats.org/drawingml/2006/main">
              <a:ext uri="{FF2B5EF4-FFF2-40B4-BE49-F238E27FC236}">
                <a16:creationId xmlns:a16="http://schemas.microsoft.com/office/drawing/2014/main" id="{A502AEE1-48AC-492D-9E25-D79F827E4507}"/>
              </a:ext>
            </a:extLst>
          </p:cNvPr>
          <p:cNvSpPr>
            <a:spLocks xmlns:a="http://schemas.openxmlformats.org/drawingml/2006/main" noGrp="1"/>
          </p:cNvSpPr>
          <p:nvPr/>
        </p:nvSpPr>
        <p:spPr>
          <a:xfrm xmlns:a="http://schemas.openxmlformats.org/drawingml/2006/main">
            <a:off x="609600" y="1809750"/>
            <a:ext cx="1752600" cy="1028700"/>
          </a:xfrm>
          <a:prstGeom xmlns:a="http://schemas.openxmlformats.org/drawingml/2006/main" prst="roundRect">
            <a:avLst>
              <a:gd name="adj" fmla="val 11111"/>
            </a:avLst>
          </a:prstGeom>
          <a:solidFill xmlns:a="http://schemas.openxmlformats.org/drawingml/2006/main">
            <a:srgbClr val="102F4A"/>
          </a:solidFill>
          <a:ln xmlns:a="http://schemas.openxmlformats.org/drawingml/2006/main" w="9525">
            <a:solidFill>
              <a:srgbClr val="2F668B"/>
            </a:solidFill>
            <a:prstDash val="solid"/>
          </a:ln>
        </p:spPr>
      </p:sp>
      <p:sp>
        <p:nvSpPr>
          <p:cNvPr id="4" name="">
            <a:extLst xmlns:a="http://schemas.openxmlformats.org/drawingml/2006/main">
              <a:ext uri="{FF2B5EF4-FFF2-40B4-BE49-F238E27FC236}">
                <a16:creationId xmlns:a16="http://schemas.microsoft.com/office/drawing/2014/main" id="{7E9D787F-3908-4DD6-844C-75F0A37DD6FC}"/>
              </a:ext>
            </a:extLst>
          </p:cNvPr>
          <p:cNvSpPr>
            <a:spLocks xmlns:a="http://schemas.openxmlformats.org/drawingml/2006/main" noGrp="1"/>
          </p:cNvSpPr>
          <p:nvPr/>
        </p:nvSpPr>
        <p:spPr>
          <a:xfrm xmlns:a="http://schemas.openxmlformats.org/drawingml/2006/main">
            <a:off x="723900" y="2057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КЛИЕНТ</a:t>
            </a:r>
          </a:p>
        </p:txBody>
      </p:sp>
      <p:sp>
        <p:nvSpPr>
          <p:cNvPr id="5" name="">
            <a:extLst xmlns:a="http://schemas.openxmlformats.org/drawingml/2006/main">
              <a:ext uri="{FF2B5EF4-FFF2-40B4-BE49-F238E27FC236}">
                <a16:creationId xmlns:a16="http://schemas.microsoft.com/office/drawing/2014/main" id="{55D83378-9F33-4D5D-9258-6BB5525D6DE3}"/>
              </a:ext>
            </a:extLst>
          </p:cNvPr>
          <p:cNvSpPr>
            <a:spLocks xmlns:a="http://schemas.openxmlformats.org/drawingml/2006/main" noGrp="1"/>
          </p:cNvSpPr>
          <p:nvPr/>
        </p:nvSpPr>
        <p:spPr>
          <a:xfrm xmlns:a="http://schemas.openxmlformats.org/drawingml/2006/main">
            <a:off x="723900" y="24193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9FC2D8"/>
                </a:solidFill>
              </a:defRPr>
            </a:pPr>
            <a:r>
              <a:rPr sz="1125" b="0" i="0">
                <a:solidFill>
                  <a:srgbClr val="9FC2D8"/>
                </a:solidFill>
              </a:rPr>
              <a:t>выбирает</a:t>
            </a:r>
          </a:p>
        </p:txBody>
      </p:sp>
      <p:sp>
        <p:nvSpPr>
          <p:cNvPr id="6" name="">
            <a:extLst xmlns:a="http://schemas.openxmlformats.org/drawingml/2006/main">
              <a:ext uri="{FF2B5EF4-FFF2-40B4-BE49-F238E27FC236}">
                <a16:creationId xmlns:a16="http://schemas.microsoft.com/office/drawing/2014/main" id="{371235BB-7D6D-4B53-978D-81B6F4C3923C}"/>
              </a:ext>
            </a:extLst>
          </p:cNvPr>
          <p:cNvSpPr>
            <a:spLocks xmlns:a="http://schemas.openxmlformats.org/drawingml/2006/main" noGrp="1"/>
          </p:cNvSpPr>
          <p:nvPr/>
        </p:nvSpPr>
        <p:spPr>
          <a:xfrm xmlns:a="http://schemas.openxmlformats.org/drawingml/2006/main">
            <a:off x="2362200" y="21336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7" name="">
            <a:extLst xmlns:a="http://schemas.openxmlformats.org/drawingml/2006/main">
              <a:ext uri="{FF2B5EF4-FFF2-40B4-BE49-F238E27FC236}">
                <a16:creationId xmlns:a16="http://schemas.microsoft.com/office/drawing/2014/main" id="{3B96AECE-4C19-4A84-88BF-EA3CF21EE215}"/>
              </a:ext>
            </a:extLst>
          </p:cNvPr>
          <p:cNvSpPr>
            <a:spLocks xmlns:a="http://schemas.openxmlformats.org/drawingml/2006/main" noGrp="1"/>
          </p:cNvSpPr>
          <p:nvPr/>
        </p:nvSpPr>
        <p:spPr>
          <a:xfrm xmlns:a="http://schemas.openxmlformats.org/drawingml/2006/main">
            <a:off x="2781300" y="1809750"/>
            <a:ext cx="1752600" cy="1028700"/>
          </a:xfrm>
          <a:prstGeom xmlns:a="http://schemas.openxmlformats.org/drawingml/2006/main" prst="roundRect">
            <a:avLst>
              <a:gd name="adj" fmla="val 11111"/>
            </a:avLst>
          </a:prstGeom>
          <a:solidFill xmlns:a="http://schemas.openxmlformats.org/drawingml/2006/main">
            <a:srgbClr val="102F4A"/>
          </a:solidFill>
          <a:ln xmlns:a="http://schemas.openxmlformats.org/drawingml/2006/main" w="9525">
            <a:solidFill>
              <a:srgbClr val="2F668B"/>
            </a:solidFill>
            <a:prstDash val="solid"/>
          </a:ln>
        </p:spPr>
      </p:sp>
      <p:sp>
        <p:nvSpPr>
          <p:cNvPr id="8" name="">
            <a:extLst xmlns:a="http://schemas.openxmlformats.org/drawingml/2006/main">
              <a:ext uri="{FF2B5EF4-FFF2-40B4-BE49-F238E27FC236}">
                <a16:creationId xmlns:a16="http://schemas.microsoft.com/office/drawing/2014/main" id="{8272E7B9-01BA-44CA-8FDE-50B7D2829131}"/>
              </a:ext>
            </a:extLst>
          </p:cNvPr>
          <p:cNvSpPr>
            <a:spLocks xmlns:a="http://schemas.openxmlformats.org/drawingml/2006/main" noGrp="1"/>
          </p:cNvSpPr>
          <p:nvPr/>
        </p:nvSpPr>
        <p:spPr>
          <a:xfrm xmlns:a="http://schemas.openxmlformats.org/drawingml/2006/main">
            <a:off x="2895600" y="2057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БОТ</a:t>
            </a:r>
          </a:p>
        </p:txBody>
      </p:sp>
      <p:sp>
        <p:nvSpPr>
          <p:cNvPr id="9" name="">
            <a:extLst xmlns:a="http://schemas.openxmlformats.org/drawingml/2006/main">
              <a:ext uri="{FF2B5EF4-FFF2-40B4-BE49-F238E27FC236}">
                <a16:creationId xmlns:a16="http://schemas.microsoft.com/office/drawing/2014/main" id="{EA669E79-68B5-47EA-96CB-46FADC095176}"/>
              </a:ext>
            </a:extLst>
          </p:cNvPr>
          <p:cNvSpPr>
            <a:spLocks xmlns:a="http://schemas.openxmlformats.org/drawingml/2006/main" noGrp="1"/>
          </p:cNvSpPr>
          <p:nvPr/>
        </p:nvSpPr>
        <p:spPr>
          <a:xfrm xmlns:a="http://schemas.openxmlformats.org/drawingml/2006/main">
            <a:off x="2895600" y="24193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9FC2D8"/>
                </a:solidFill>
              </a:defRPr>
            </a:pPr>
            <a:r>
              <a:rPr sz="1125" b="0" i="0">
                <a:solidFill>
                  <a:srgbClr val="9FC2D8"/>
                </a:solidFill>
              </a:rPr>
              <a:t>создаёт заказ</a:t>
            </a:r>
          </a:p>
        </p:txBody>
      </p:sp>
      <p:sp>
        <p:nvSpPr>
          <p:cNvPr id="10" name="">
            <a:extLst xmlns:a="http://schemas.openxmlformats.org/drawingml/2006/main">
              <a:ext uri="{FF2B5EF4-FFF2-40B4-BE49-F238E27FC236}">
                <a16:creationId xmlns:a16="http://schemas.microsoft.com/office/drawing/2014/main" id="{513BD8E2-10F3-403E-A0C2-751208AA9CB6}"/>
              </a:ext>
            </a:extLst>
          </p:cNvPr>
          <p:cNvSpPr>
            <a:spLocks xmlns:a="http://schemas.openxmlformats.org/drawingml/2006/main" noGrp="1"/>
          </p:cNvSpPr>
          <p:nvPr/>
        </p:nvSpPr>
        <p:spPr>
          <a:xfrm xmlns:a="http://schemas.openxmlformats.org/drawingml/2006/main">
            <a:off x="4533900" y="21336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11" name="">
            <a:extLst xmlns:a="http://schemas.openxmlformats.org/drawingml/2006/main">
              <a:ext uri="{FF2B5EF4-FFF2-40B4-BE49-F238E27FC236}">
                <a16:creationId xmlns:a16="http://schemas.microsoft.com/office/drawing/2014/main" id="{046293D8-82EE-436C-96FE-071C92A41EDA}"/>
              </a:ext>
            </a:extLst>
          </p:cNvPr>
          <p:cNvSpPr>
            <a:spLocks xmlns:a="http://schemas.openxmlformats.org/drawingml/2006/main" noGrp="1"/>
          </p:cNvSpPr>
          <p:nvPr/>
        </p:nvSpPr>
        <p:spPr>
          <a:xfrm xmlns:a="http://schemas.openxmlformats.org/drawingml/2006/main">
            <a:off x="4953000" y="1809750"/>
            <a:ext cx="1752600" cy="1028700"/>
          </a:xfrm>
          <a:prstGeom xmlns:a="http://schemas.openxmlformats.org/drawingml/2006/main" prst="roundRect">
            <a:avLst>
              <a:gd name="adj" fmla="val 11111"/>
            </a:avLst>
          </a:prstGeom>
          <a:solidFill xmlns:a="http://schemas.openxmlformats.org/drawingml/2006/main">
            <a:srgbClr val="102F4A"/>
          </a:solidFill>
          <a:ln xmlns:a="http://schemas.openxmlformats.org/drawingml/2006/main" w="9525">
            <a:solidFill>
              <a:srgbClr val="2F668B"/>
            </a:solidFill>
            <a:prstDash val="solid"/>
          </a:ln>
        </p:spPr>
      </p:sp>
      <p:sp>
        <p:nvSpPr>
          <p:cNvPr id="12" name="">
            <a:extLst xmlns:a="http://schemas.openxmlformats.org/drawingml/2006/main">
              <a:ext uri="{FF2B5EF4-FFF2-40B4-BE49-F238E27FC236}">
                <a16:creationId xmlns:a16="http://schemas.microsoft.com/office/drawing/2014/main" id="{4D0D990A-360D-4A97-B1E0-36588D70812F}"/>
              </a:ext>
            </a:extLst>
          </p:cNvPr>
          <p:cNvSpPr>
            <a:spLocks xmlns:a="http://schemas.openxmlformats.org/drawingml/2006/main" noGrp="1"/>
          </p:cNvSpPr>
          <p:nvPr/>
        </p:nvSpPr>
        <p:spPr>
          <a:xfrm xmlns:a="http://schemas.openxmlformats.org/drawingml/2006/main">
            <a:off x="5067300" y="2057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ОПЛАТА</a:t>
            </a:r>
          </a:p>
        </p:txBody>
      </p:sp>
      <p:sp>
        <p:nvSpPr>
          <p:cNvPr id="13" name="">
            <a:extLst xmlns:a="http://schemas.openxmlformats.org/drawingml/2006/main">
              <a:ext uri="{FF2B5EF4-FFF2-40B4-BE49-F238E27FC236}">
                <a16:creationId xmlns:a16="http://schemas.microsoft.com/office/drawing/2014/main" id="{1F3CA20F-780A-4AA8-B637-DBC70B328A83}"/>
              </a:ext>
            </a:extLst>
          </p:cNvPr>
          <p:cNvSpPr>
            <a:spLocks xmlns:a="http://schemas.openxmlformats.org/drawingml/2006/main" noGrp="1"/>
          </p:cNvSpPr>
          <p:nvPr/>
        </p:nvSpPr>
        <p:spPr>
          <a:xfrm xmlns:a="http://schemas.openxmlformats.org/drawingml/2006/main">
            <a:off x="5067300" y="24193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9FC2D8"/>
                </a:solidFill>
              </a:defRPr>
            </a:pPr>
            <a:r>
              <a:rPr sz="1125" b="0" i="0">
                <a:solidFill>
                  <a:srgbClr val="9FC2D8"/>
                </a:solidFill>
              </a:rPr>
              <a:t>проверяется</a:t>
            </a:r>
          </a:p>
        </p:txBody>
      </p:sp>
      <p:sp>
        <p:nvSpPr>
          <p:cNvPr id="14" name="">
            <a:extLst xmlns:a="http://schemas.openxmlformats.org/drawingml/2006/main">
              <a:ext uri="{FF2B5EF4-FFF2-40B4-BE49-F238E27FC236}">
                <a16:creationId xmlns:a16="http://schemas.microsoft.com/office/drawing/2014/main" id="{034E5655-42EC-444A-948E-CAAD3BB1F9FB}"/>
              </a:ext>
            </a:extLst>
          </p:cNvPr>
          <p:cNvSpPr>
            <a:spLocks xmlns:a="http://schemas.openxmlformats.org/drawingml/2006/main" noGrp="1"/>
          </p:cNvSpPr>
          <p:nvPr/>
        </p:nvSpPr>
        <p:spPr>
          <a:xfrm xmlns:a="http://schemas.openxmlformats.org/drawingml/2006/main">
            <a:off x="6705600" y="21336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15" name="">
            <a:extLst xmlns:a="http://schemas.openxmlformats.org/drawingml/2006/main">
              <a:ext uri="{FF2B5EF4-FFF2-40B4-BE49-F238E27FC236}">
                <a16:creationId xmlns:a16="http://schemas.microsoft.com/office/drawing/2014/main" id="{982CC0B3-6BA2-4006-A8FF-3C433150CB4B}"/>
              </a:ext>
            </a:extLst>
          </p:cNvPr>
          <p:cNvSpPr>
            <a:spLocks xmlns:a="http://schemas.openxmlformats.org/drawingml/2006/main" noGrp="1"/>
          </p:cNvSpPr>
          <p:nvPr/>
        </p:nvSpPr>
        <p:spPr>
          <a:xfrm xmlns:a="http://schemas.openxmlformats.org/drawingml/2006/main">
            <a:off x="7124700" y="1809750"/>
            <a:ext cx="1752600" cy="1028700"/>
          </a:xfrm>
          <a:prstGeom xmlns:a="http://schemas.openxmlformats.org/drawingml/2006/main" prst="roundRect">
            <a:avLst>
              <a:gd name="adj" fmla="val 11111"/>
            </a:avLst>
          </a:prstGeom>
          <a:solidFill xmlns:a="http://schemas.openxmlformats.org/drawingml/2006/main">
            <a:srgbClr val="102F4A"/>
          </a:solidFill>
          <a:ln xmlns:a="http://schemas.openxmlformats.org/drawingml/2006/main" w="9525">
            <a:solidFill>
              <a:srgbClr val="2F668B"/>
            </a:solidFill>
            <a:prstDash val="solid"/>
          </a:ln>
        </p:spPr>
      </p:sp>
      <p:sp>
        <p:nvSpPr>
          <p:cNvPr id="16" name="">
            <a:extLst xmlns:a="http://schemas.openxmlformats.org/drawingml/2006/main">
              <a:ext uri="{FF2B5EF4-FFF2-40B4-BE49-F238E27FC236}">
                <a16:creationId xmlns:a16="http://schemas.microsoft.com/office/drawing/2014/main" id="{1EFB2B84-6034-40DC-A669-C5E6F5963E67}"/>
              </a:ext>
            </a:extLst>
          </p:cNvPr>
          <p:cNvSpPr>
            <a:spLocks xmlns:a="http://schemas.openxmlformats.org/drawingml/2006/main" noGrp="1"/>
          </p:cNvSpPr>
          <p:nvPr/>
        </p:nvSpPr>
        <p:spPr>
          <a:xfrm xmlns:a="http://schemas.openxmlformats.org/drawingml/2006/main">
            <a:off x="7239000" y="2057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СИСТЕМА</a:t>
            </a:r>
          </a:p>
        </p:txBody>
      </p:sp>
      <p:sp>
        <p:nvSpPr>
          <p:cNvPr id="17" name="">
            <a:extLst xmlns:a="http://schemas.openxmlformats.org/drawingml/2006/main">
              <a:ext uri="{FF2B5EF4-FFF2-40B4-BE49-F238E27FC236}">
                <a16:creationId xmlns:a16="http://schemas.microsoft.com/office/drawing/2014/main" id="{002CF811-B137-4DF4-AC1B-A5602D56342D}"/>
              </a:ext>
            </a:extLst>
          </p:cNvPr>
          <p:cNvSpPr>
            <a:spLocks xmlns:a="http://schemas.openxmlformats.org/drawingml/2006/main" noGrp="1"/>
          </p:cNvSpPr>
          <p:nvPr/>
        </p:nvSpPr>
        <p:spPr>
          <a:xfrm xmlns:a="http://schemas.openxmlformats.org/drawingml/2006/main">
            <a:off x="7239000" y="24193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9FC2D8"/>
                </a:solidFill>
              </a:defRPr>
            </a:pPr>
            <a:r>
              <a:rPr sz="1125" b="0" i="0">
                <a:solidFill>
                  <a:srgbClr val="9FC2D8"/>
                </a:solidFill>
              </a:rPr>
              <a:t>покупает</a:t>
            </a:r>
          </a:p>
        </p:txBody>
      </p:sp>
      <p:sp>
        <p:nvSpPr>
          <p:cNvPr id="18" name="">
            <a:extLst xmlns:a="http://schemas.openxmlformats.org/drawingml/2006/main">
              <a:ext uri="{FF2B5EF4-FFF2-40B4-BE49-F238E27FC236}">
                <a16:creationId xmlns:a16="http://schemas.microsoft.com/office/drawing/2014/main" id="{DFB75E49-ADD2-4994-8D60-C3BC51F490F1}"/>
              </a:ext>
            </a:extLst>
          </p:cNvPr>
          <p:cNvSpPr>
            <a:spLocks xmlns:a="http://schemas.openxmlformats.org/drawingml/2006/main" noGrp="1"/>
          </p:cNvSpPr>
          <p:nvPr/>
        </p:nvSpPr>
        <p:spPr>
          <a:xfrm xmlns:a="http://schemas.openxmlformats.org/drawingml/2006/main">
            <a:off x="8877300" y="21336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i="0">
                <a:solidFill>
                  <a:srgbClr val="55C7F3"/>
                </a:solidFill>
              </a:defRPr>
            </a:pPr>
            <a:r>
              <a:rPr sz="2325" b="1" i="0">
                <a:solidFill>
                  <a:srgbClr val="55C7F3"/>
                </a:solidFill>
              </a:rPr>
              <a:t>→</a:t>
            </a:r>
          </a:p>
        </p:txBody>
      </p:sp>
      <p:sp>
        <p:nvSpPr>
          <p:cNvPr id="19" name="">
            <a:extLst xmlns:a="http://schemas.openxmlformats.org/drawingml/2006/main">
              <a:ext uri="{FF2B5EF4-FFF2-40B4-BE49-F238E27FC236}">
                <a16:creationId xmlns:a16="http://schemas.microsoft.com/office/drawing/2014/main" id="{E0C7461B-AD74-4B9C-8727-1295E75E6D10}"/>
              </a:ext>
            </a:extLst>
          </p:cNvPr>
          <p:cNvSpPr>
            <a:spLocks xmlns:a="http://schemas.openxmlformats.org/drawingml/2006/main" noGrp="1"/>
          </p:cNvSpPr>
          <p:nvPr/>
        </p:nvSpPr>
        <p:spPr>
          <a:xfrm xmlns:a="http://schemas.openxmlformats.org/drawingml/2006/main">
            <a:off x="9296400" y="1809750"/>
            <a:ext cx="1752600" cy="1028700"/>
          </a:xfrm>
          <a:prstGeom xmlns:a="http://schemas.openxmlformats.org/drawingml/2006/main" prst="roundRect">
            <a:avLst>
              <a:gd name="adj" fmla="val 11111"/>
            </a:avLst>
          </a:prstGeom>
          <a:solidFill xmlns:a="http://schemas.openxmlformats.org/drawingml/2006/main">
            <a:srgbClr val="3B2E16"/>
          </a:solidFill>
          <a:ln xmlns:a="http://schemas.openxmlformats.org/drawingml/2006/main" w="9525">
            <a:solidFill>
              <a:srgbClr val="8C6A22"/>
            </a:solidFill>
            <a:prstDash val="solid"/>
          </a:ln>
        </p:spPr>
      </p:sp>
      <p:sp>
        <p:nvSpPr>
          <p:cNvPr id="20" name="">
            <a:extLst xmlns:a="http://schemas.openxmlformats.org/drawingml/2006/main">
              <a:ext uri="{FF2B5EF4-FFF2-40B4-BE49-F238E27FC236}">
                <a16:creationId xmlns:a16="http://schemas.microsoft.com/office/drawing/2014/main" id="{A2F9DED6-12BD-4715-99D3-AE5EAAF76462}"/>
              </a:ext>
            </a:extLst>
          </p:cNvPr>
          <p:cNvSpPr>
            <a:spLocks xmlns:a="http://schemas.openxmlformats.org/drawingml/2006/main" noGrp="1"/>
          </p:cNvSpPr>
          <p:nvPr/>
        </p:nvSpPr>
        <p:spPr>
          <a:xfrm xmlns:a="http://schemas.openxmlformats.org/drawingml/2006/main">
            <a:off x="9410700" y="2057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E29A"/>
                </a:solidFill>
              </a:defRPr>
            </a:pPr>
            <a:r>
              <a:rPr sz="1650" b="1" i="0">
                <a:solidFill>
                  <a:srgbClr val="FFE29A"/>
                </a:solidFill>
              </a:rPr>
              <a:t>STARS</a:t>
            </a:r>
          </a:p>
        </p:txBody>
      </p:sp>
      <p:sp>
        <p:nvSpPr>
          <p:cNvPr id="21" name="">
            <a:extLst xmlns:a="http://schemas.openxmlformats.org/drawingml/2006/main">
              <a:ext uri="{FF2B5EF4-FFF2-40B4-BE49-F238E27FC236}">
                <a16:creationId xmlns:a16="http://schemas.microsoft.com/office/drawing/2014/main" id="{2B6B342F-CB3E-4FC2-9193-44724EC29BEC}"/>
              </a:ext>
            </a:extLst>
          </p:cNvPr>
          <p:cNvSpPr>
            <a:spLocks xmlns:a="http://schemas.openxmlformats.org/drawingml/2006/main" noGrp="1"/>
          </p:cNvSpPr>
          <p:nvPr/>
        </p:nvSpPr>
        <p:spPr>
          <a:xfrm xmlns:a="http://schemas.openxmlformats.org/drawingml/2006/main">
            <a:off x="9410700" y="24193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9FC2D8"/>
                </a:solidFill>
              </a:defRPr>
            </a:pPr>
            <a:r>
              <a:rPr sz="1125" b="0" i="0">
                <a:solidFill>
                  <a:srgbClr val="9FC2D8"/>
                </a:solidFill>
              </a:rPr>
              <a:t>доставлены</a:t>
            </a:r>
          </a:p>
        </p:txBody>
      </p:sp>
      <p:sp>
        <p:nvSpPr>
          <p:cNvPr id="22" name="">
            <a:extLst xmlns:a="http://schemas.openxmlformats.org/drawingml/2006/main">
              <a:ext uri="{FF2B5EF4-FFF2-40B4-BE49-F238E27FC236}">
                <a16:creationId xmlns:a16="http://schemas.microsoft.com/office/drawing/2014/main" id="{8B41B2DA-150E-48CA-9067-A9AE9BF6503E}"/>
              </a:ext>
            </a:extLst>
          </p:cNvPr>
          <p:cNvSpPr>
            <a:spLocks xmlns:a="http://schemas.openxmlformats.org/drawingml/2006/main" noGrp="1"/>
          </p:cNvSpPr>
          <p:nvPr/>
        </p:nvSpPr>
        <p:spPr>
          <a:xfrm xmlns:a="http://schemas.openxmlformats.org/drawingml/2006/main">
            <a:off x="609600" y="3638550"/>
            <a:ext cx="114300" cy="1143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3" name="">
            <a:extLst xmlns:a="http://schemas.openxmlformats.org/drawingml/2006/main">
              <a:ext uri="{FF2B5EF4-FFF2-40B4-BE49-F238E27FC236}">
                <a16:creationId xmlns:a16="http://schemas.microsoft.com/office/drawing/2014/main" id="{19E5723E-B389-4B95-BAD6-967C082B0676}"/>
              </a:ext>
            </a:extLst>
          </p:cNvPr>
          <p:cNvSpPr>
            <a:spLocks xmlns:a="http://schemas.openxmlformats.org/drawingml/2006/main" noGrp="1"/>
          </p:cNvSpPr>
          <p:nvPr/>
        </p:nvSpPr>
        <p:spPr>
          <a:xfrm xmlns:a="http://schemas.openxmlformats.org/drawingml/2006/main">
            <a:off x="819150" y="3524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Быстрая покупка</a:t>
            </a:r>
          </a:p>
        </p:txBody>
      </p:sp>
      <p:sp>
        <p:nvSpPr>
          <p:cNvPr id="24" name="">
            <a:extLst xmlns:a="http://schemas.openxmlformats.org/drawingml/2006/main">
              <a:ext uri="{FF2B5EF4-FFF2-40B4-BE49-F238E27FC236}">
                <a16:creationId xmlns:a16="http://schemas.microsoft.com/office/drawing/2014/main" id="{78CE51A4-6C58-477B-950D-D259854F4BE8}"/>
              </a:ext>
            </a:extLst>
          </p:cNvPr>
          <p:cNvSpPr>
            <a:spLocks xmlns:a="http://schemas.openxmlformats.org/drawingml/2006/main" noGrp="1"/>
          </p:cNvSpPr>
          <p:nvPr/>
        </p:nvSpPr>
        <p:spPr>
          <a:xfrm xmlns:a="http://schemas.openxmlformats.org/drawingml/2006/main">
            <a:off x="819150" y="3886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9FC2D8"/>
                </a:solidFill>
              </a:defRPr>
            </a:pPr>
            <a:r>
              <a:rPr sz="1200" b="0" i="0">
                <a:solidFill>
                  <a:srgbClr val="9FC2D8"/>
                </a:solidFill>
              </a:rPr>
              <a:t>Весь путь внутри Telegram</a:t>
            </a:r>
          </a:p>
        </p:txBody>
      </p:sp>
      <p:sp>
        <p:nvSpPr>
          <p:cNvPr id="25" name="">
            <a:extLst xmlns:a="http://schemas.openxmlformats.org/drawingml/2006/main">
              <a:ext uri="{FF2B5EF4-FFF2-40B4-BE49-F238E27FC236}">
                <a16:creationId xmlns:a16="http://schemas.microsoft.com/office/drawing/2014/main" id="{7D1A1285-1DD0-4C85-95C6-30D56CC41778}"/>
              </a:ext>
            </a:extLst>
          </p:cNvPr>
          <p:cNvSpPr>
            <a:spLocks xmlns:a="http://schemas.openxmlformats.org/drawingml/2006/main" noGrp="1"/>
          </p:cNvSpPr>
          <p:nvPr/>
        </p:nvSpPr>
        <p:spPr>
          <a:xfrm xmlns:a="http://schemas.openxmlformats.org/drawingml/2006/main">
            <a:off x="4267200" y="3638550"/>
            <a:ext cx="114300" cy="114300"/>
          </a:xfrm>
          <a:prstGeom xmlns:a="http://schemas.openxmlformats.org/drawingml/2006/main" prst="ellipse">
            <a:avLst/>
          </a:prstGeom>
          <a:solidFill xmlns:a="http://schemas.openxmlformats.org/drawingml/2006/main">
            <a:srgbClr val="F6C453"/>
          </a:solidFill>
          <a:ln xmlns:a="http://schemas.openxmlformats.org/drawingml/2006/main" w="0">
            <a:solidFill>
              <a:srgbClr val="F6C453"/>
            </a:solidFill>
            <a:prstDash val="solid"/>
          </a:ln>
        </p:spPr>
      </p:sp>
      <p:sp>
        <p:nvSpPr>
          <p:cNvPr id="26" name="">
            <a:extLst xmlns:a="http://schemas.openxmlformats.org/drawingml/2006/main">
              <a:ext uri="{FF2B5EF4-FFF2-40B4-BE49-F238E27FC236}">
                <a16:creationId xmlns:a16="http://schemas.microsoft.com/office/drawing/2014/main" id="{824D25F5-EDFC-4F61-AC49-F9E8615A24A4}"/>
              </a:ext>
            </a:extLst>
          </p:cNvPr>
          <p:cNvSpPr>
            <a:spLocks xmlns:a="http://schemas.openxmlformats.org/drawingml/2006/main" noGrp="1"/>
          </p:cNvSpPr>
          <p:nvPr/>
        </p:nvSpPr>
        <p:spPr>
          <a:xfrm xmlns:a="http://schemas.openxmlformats.org/drawingml/2006/main">
            <a:off x="4476750" y="3524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Безопасная оплата</a:t>
            </a:r>
          </a:p>
        </p:txBody>
      </p:sp>
      <p:sp>
        <p:nvSpPr>
          <p:cNvPr id="27" name="">
            <a:extLst xmlns:a="http://schemas.openxmlformats.org/drawingml/2006/main">
              <a:ext uri="{FF2B5EF4-FFF2-40B4-BE49-F238E27FC236}">
                <a16:creationId xmlns:a16="http://schemas.microsoft.com/office/drawing/2014/main" id="{0FD8636B-9D21-4BC0-9700-F38F382BFE3C}"/>
              </a:ext>
            </a:extLst>
          </p:cNvPr>
          <p:cNvSpPr>
            <a:spLocks xmlns:a="http://schemas.openxmlformats.org/drawingml/2006/main" noGrp="1"/>
          </p:cNvSpPr>
          <p:nvPr/>
        </p:nvSpPr>
        <p:spPr>
          <a:xfrm xmlns:a="http://schemas.openxmlformats.org/drawingml/2006/main">
            <a:off x="4476750" y="3886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9FC2D8"/>
                </a:solidFill>
              </a:defRPr>
            </a:pPr>
            <a:r>
              <a:rPr sz="1200" b="0" i="0">
                <a:solidFill>
                  <a:srgbClr val="9FC2D8"/>
                </a:solidFill>
              </a:rPr>
              <a:t>Проверка и защита от дублей</a:t>
            </a:r>
          </a:p>
        </p:txBody>
      </p:sp>
      <p:sp>
        <p:nvSpPr>
          <p:cNvPr id="28" name="">
            <a:extLst xmlns:a="http://schemas.openxmlformats.org/drawingml/2006/main">
              <a:ext uri="{FF2B5EF4-FFF2-40B4-BE49-F238E27FC236}">
                <a16:creationId xmlns:a16="http://schemas.microsoft.com/office/drawing/2014/main" id="{E181C12F-BA82-4D3E-B527-2ED5721154DB}"/>
              </a:ext>
            </a:extLst>
          </p:cNvPr>
          <p:cNvSpPr>
            <a:spLocks xmlns:a="http://schemas.openxmlformats.org/drawingml/2006/main" noGrp="1"/>
          </p:cNvSpPr>
          <p:nvPr/>
        </p:nvSpPr>
        <p:spPr>
          <a:xfrm xmlns:a="http://schemas.openxmlformats.org/drawingml/2006/main">
            <a:off x="7924800" y="3638550"/>
            <a:ext cx="114300" cy="114300"/>
          </a:xfrm>
          <a:prstGeom xmlns:a="http://schemas.openxmlformats.org/drawingml/2006/main" prst="ellipse">
            <a:avLst/>
          </a:prstGeom>
          <a:solidFill xmlns:a="http://schemas.openxmlformats.org/drawingml/2006/main">
            <a:srgbClr val="229ED9"/>
          </a:solidFill>
          <a:ln xmlns:a="http://schemas.openxmlformats.org/drawingml/2006/main" w="0">
            <a:solidFill>
              <a:srgbClr val="229ED9"/>
            </a:solidFill>
            <a:prstDash val="solid"/>
          </a:ln>
        </p:spPr>
      </p:sp>
      <p:sp>
        <p:nvSpPr>
          <p:cNvPr id="29" name="">
            <a:extLst xmlns:a="http://schemas.openxmlformats.org/drawingml/2006/main">
              <a:ext uri="{FF2B5EF4-FFF2-40B4-BE49-F238E27FC236}">
                <a16:creationId xmlns:a16="http://schemas.microsoft.com/office/drawing/2014/main" id="{75536130-4F52-4BF6-9C48-CCABC2E7D61C}"/>
              </a:ext>
            </a:extLst>
          </p:cNvPr>
          <p:cNvSpPr>
            <a:spLocks xmlns:a="http://schemas.openxmlformats.org/drawingml/2006/main" noGrp="1"/>
          </p:cNvSpPr>
          <p:nvPr/>
        </p:nvSpPr>
        <p:spPr>
          <a:xfrm xmlns:a="http://schemas.openxmlformats.org/drawingml/2006/main">
            <a:off x="8134350" y="3524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Полный контроль</a:t>
            </a:r>
          </a:p>
        </p:txBody>
      </p:sp>
      <p:sp>
        <p:nvSpPr>
          <p:cNvPr id="30" name="">
            <a:extLst xmlns:a="http://schemas.openxmlformats.org/drawingml/2006/main">
              <a:ext uri="{FF2B5EF4-FFF2-40B4-BE49-F238E27FC236}">
                <a16:creationId xmlns:a16="http://schemas.microsoft.com/office/drawing/2014/main" id="{644FDAC4-BBCF-4964-9180-0792D70A5E3F}"/>
              </a:ext>
            </a:extLst>
          </p:cNvPr>
          <p:cNvSpPr>
            <a:spLocks xmlns:a="http://schemas.openxmlformats.org/drawingml/2006/main" noGrp="1"/>
          </p:cNvSpPr>
          <p:nvPr/>
        </p:nvSpPr>
        <p:spPr>
          <a:xfrm xmlns:a="http://schemas.openxmlformats.org/drawingml/2006/main">
            <a:off x="8134350" y="3886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9FC2D8"/>
                </a:solidFill>
              </a:defRPr>
            </a:pPr>
            <a:r>
              <a:rPr sz="1200" b="0" i="0">
                <a:solidFill>
                  <a:srgbClr val="9FC2D8"/>
                </a:solidFill>
              </a:rPr>
              <a:t>Продажи и настройки в админке</a:t>
            </a:r>
          </a:p>
        </p:txBody>
      </p:sp>
      <p:sp>
        <p:nvSpPr>
          <p:cNvPr id="31" name="">
            <a:extLst xmlns:a="http://schemas.openxmlformats.org/drawingml/2006/main">
              <a:ext uri="{FF2B5EF4-FFF2-40B4-BE49-F238E27FC236}">
                <a16:creationId xmlns:a16="http://schemas.microsoft.com/office/drawing/2014/main" id="{68F87D28-BDBC-4E43-B1E7-23853EF2E7F6}"/>
              </a:ext>
            </a:extLst>
          </p:cNvPr>
          <p:cNvSpPr>
            <a:spLocks xmlns:a="http://schemas.openxmlformats.org/drawingml/2006/main" noGrp="1"/>
          </p:cNvSpPr>
          <p:nvPr/>
        </p:nvSpPr>
        <p:spPr>
          <a:xfrm xmlns:a="http://schemas.openxmlformats.org/drawingml/2006/main">
            <a:off x="609600" y="4762500"/>
            <a:ext cx="10972800" cy="952500"/>
          </a:xfrm>
          <a:prstGeom xmlns:a="http://schemas.openxmlformats.org/drawingml/2006/main" prst="roundRect">
            <a:avLst>
              <a:gd name="adj" fmla="val 12000"/>
            </a:avLst>
          </a:prstGeom>
          <a:solidFill xmlns:a="http://schemas.openxmlformats.org/drawingml/2006/main">
            <a:srgbClr val="0E2942"/>
          </a:solidFill>
          <a:ln xmlns:a="http://schemas.openxmlformats.org/drawingml/2006/main" w="9525">
            <a:solidFill>
              <a:srgbClr val="2B5878"/>
            </a:solidFill>
            <a:prstDash val="solid"/>
          </a:ln>
        </p:spPr>
      </p:sp>
      <p:sp>
        <p:nvSpPr>
          <p:cNvPr id="32" name="">
            <a:extLst xmlns:a="http://schemas.openxmlformats.org/drawingml/2006/main">
              <a:ext uri="{FF2B5EF4-FFF2-40B4-BE49-F238E27FC236}">
                <a16:creationId xmlns:a16="http://schemas.microsoft.com/office/drawing/2014/main" id="{425414C8-BC93-405E-A564-4D575FE722E6}"/>
              </a:ext>
            </a:extLst>
          </p:cNvPr>
          <p:cNvSpPr>
            <a:spLocks xmlns:a="http://schemas.openxmlformats.org/drawingml/2006/main" noGrp="1"/>
          </p:cNvSpPr>
          <p:nvPr/>
        </p:nvSpPr>
        <p:spPr>
          <a:xfrm xmlns:a="http://schemas.openxmlformats.org/drawingml/2006/main">
            <a:off x="838200" y="5019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TerStars</a:t>
            </a:r>
          </a:p>
        </p:txBody>
      </p:sp>
      <p:sp>
        <p:nvSpPr>
          <p:cNvPr id="33" name="">
            <a:extLst xmlns:a="http://schemas.openxmlformats.org/drawingml/2006/main">
              <a:ext uri="{FF2B5EF4-FFF2-40B4-BE49-F238E27FC236}">
                <a16:creationId xmlns:a16="http://schemas.microsoft.com/office/drawing/2014/main" id="{5FC84EC2-F760-49EA-9CBD-3546D7FA97CB}"/>
              </a:ext>
            </a:extLst>
          </p:cNvPr>
          <p:cNvSpPr>
            <a:spLocks xmlns:a="http://schemas.openxmlformats.org/drawingml/2006/main" noGrp="1"/>
          </p:cNvSpPr>
          <p:nvPr/>
        </p:nvSpPr>
        <p:spPr>
          <a:xfrm xmlns:a="http://schemas.openxmlformats.org/drawingml/2006/main">
            <a:off x="3876675" y="5076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8FA7BE"/>
                </a:solidFill>
              </a:defRPr>
            </a:pPr>
            <a:r>
              <a:rPr sz="1275" b="0" i="0">
                <a:solidFill>
                  <a:srgbClr val="8FA7BE"/>
                </a:solidFill>
              </a:rPr>
              <a:t>[Telegram / контакт]</a:t>
            </a:r>
          </a:p>
        </p:txBody>
      </p:sp>
      <p:sp>
        <p:nvSpPr>
          <p:cNvPr id="34" name="">
            <a:extLst xmlns:a="http://schemas.openxmlformats.org/drawingml/2006/main">
              <a:ext uri="{FF2B5EF4-FFF2-40B4-BE49-F238E27FC236}">
                <a16:creationId xmlns:a16="http://schemas.microsoft.com/office/drawing/2014/main" id="{01E0CF6D-7991-4EAD-85EA-1017BF129119}"/>
              </a:ext>
            </a:extLst>
          </p:cNvPr>
          <p:cNvSpPr>
            <a:spLocks xmlns:a="http://schemas.openxmlformats.org/drawingml/2006/main" noGrp="1"/>
          </p:cNvSpPr>
          <p:nvPr/>
        </p:nvSpPr>
        <p:spPr>
          <a:xfrm xmlns:a="http://schemas.openxmlformats.org/drawingml/2006/main">
            <a:off x="9620250" y="50768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i="0">
                <a:solidFill>
                  <a:srgbClr val="8FA7BE"/>
                </a:solidFill>
              </a:defRPr>
            </a:pPr>
            <a:r>
              <a:rPr sz="1275" b="0" i="0">
                <a:solidFill>
                  <a:srgbClr val="8FA7BE"/>
                </a:solidFill>
              </a:rPr>
              <a:t>[QR-код]</a:t>
            </a:r>
          </a:p>
        </p:txBody>
      </p:sp>
      <p:sp>
        <p:nvSpPr>
          <p:cNvPr id="35" name="">
            <a:extLst xmlns:a="http://schemas.openxmlformats.org/drawingml/2006/main">
              <a:ext uri="{FF2B5EF4-FFF2-40B4-BE49-F238E27FC236}">
                <a16:creationId xmlns:a16="http://schemas.microsoft.com/office/drawing/2014/main" id="{210E4E84-1483-4934-807D-94643464B74D}"/>
              </a:ext>
            </a:extLst>
          </p:cNvPr>
          <p:cNvSpPr>
            <a:spLocks xmlns:a="http://schemas.openxmlformats.org/drawingml/2006/main" noGrp="1"/>
          </p:cNvSpPr>
          <p:nvPr/>
        </p:nvSpPr>
        <p:spPr>
          <a:xfrm xmlns:a="http://schemas.openxmlformats.org/drawingml/2006/main">
            <a:off x="609600" y="60388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FFE29A"/>
                </a:solidFill>
              </a:defRPr>
            </a:pPr>
            <a:r>
              <a:rPr sz="1500" b="1" i="0">
                <a:solidFill>
                  <a:srgbClr val="FFE29A"/>
                </a:solidFill>
              </a:rPr>
              <a:t>Понятно покупателю. Удобно владельцу. Готово к запуску.</a:t>
            </a:r>
          </a:p>
        </p:txBody>
      </p:sp>
      <p:sp>
        <p:nvSpPr>
          <p:cNvPr id="36" name="">
            <a:extLst xmlns:a="http://schemas.openxmlformats.org/drawingml/2006/main">
              <a:ext uri="{FF2B5EF4-FFF2-40B4-BE49-F238E27FC236}">
                <a16:creationId xmlns:a16="http://schemas.microsoft.com/office/drawing/2014/main" id="{3E54D5E1-67F0-4EB6-A774-83B00EDD295F}"/>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0">
                <a:solidFill>
                  <a:srgbClr val="8FA7BE"/>
                </a:solidFill>
              </a:defRPr>
            </a:pPr>
            <a:r>
              <a:rPr sz="900" b="0" i="0">
                <a:solidFill>
                  <a:srgbClr val="8FA7BE"/>
                </a:solidFill>
              </a:rPr>
              <a:t>11</a:t>
            </a:r>
          </a:p>
        </p:txBody>
      </p:sp>
    </p:spTree>
    <p:extLst>
      <p:ext uri="{BB962C8B-B14F-4D97-AF65-F5344CB8AC3E}">
        <p14:creationId xmlns:p14="http://schemas.microsoft.com/office/powerpoint/2010/main" val="1579138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2026-08-15T11:25:19.9540000Z</dcterms:created>
  <dcterms:modified xsi:type="dcterms:W3CDTF">2026-08-15T11:25:19.9540000Z</dcterms:modified>
</coreProperties>
</file>